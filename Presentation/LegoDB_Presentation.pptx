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embeddedFontLst>
    <p:embeddedFont>
      <p:font typeface="Amasis MT Pro Black" panose="02040A04050005020304" pitchFamily="18" charset="0"/>
      <p:bold r:id="rId9"/>
    </p:embeddedFont>
    <p:embeddedFont>
      <p:font typeface="LEGO" panose="02000600000000000000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4F83EE-406D-46CB-94A6-70869000BA03}">
          <p14:sldIdLst>
            <p14:sldId id="261"/>
          </p14:sldIdLst>
        </p14:section>
        <p14:section name="Section 1" id="{10DA336B-44BE-4E37-AC02-D6C166049BFC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2F"/>
    <a:srgbClr val="EEC600"/>
    <a:srgbClr val="F2CA00"/>
    <a:srgbClr val="FFF0A7"/>
    <a:srgbClr val="FFEA81"/>
    <a:srgbClr val="FFFAE1"/>
    <a:srgbClr val="FED400"/>
    <a:srgbClr val="FFDC38"/>
    <a:srgbClr val="FFD700"/>
    <a:srgbClr val="F5C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A6F24-B76D-43DA-9763-637412A699C3}" v="395" dt="2026-04-20T23:17:4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660"/>
  </p:normalViewPr>
  <p:slideViewPr>
    <p:cSldViewPr snapToGrid="0">
      <p:cViewPr varScale="1">
        <p:scale>
          <a:sx n="59" d="100"/>
          <a:sy n="59" d="100"/>
        </p:scale>
        <p:origin x="9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la Laplante" userId="89844c59c5af8957" providerId="LiveId" clId="{D73F3B29-C4DE-43E7-AFB3-E9D60B4C450F}"/>
    <pc:docChg chg="undo custSel addSld delSld modSld sldOrd addSection delSection modSection">
      <pc:chgData name="Fabiola Laplante" userId="89844c59c5af8957" providerId="LiveId" clId="{D73F3B29-C4DE-43E7-AFB3-E9D60B4C450F}" dt="2026-04-20T23:41:18.512" v="3578" actId="478"/>
      <pc:docMkLst>
        <pc:docMk/>
      </pc:docMkLst>
      <pc:sldChg chg="addSp delSp modSp add del mod modTransition setBg modAnim">
        <pc:chgData name="Fabiola Laplante" userId="89844c59c5af8957" providerId="LiveId" clId="{D73F3B29-C4DE-43E7-AFB3-E9D60B4C450F}" dt="2026-04-20T18:48:05.686" v="2046"/>
        <pc:sldMkLst>
          <pc:docMk/>
          <pc:sldMk cId="369412282" sldId="256"/>
        </pc:sldMkLst>
        <pc:spChg chg="del mod">
          <ac:chgData name="Fabiola Laplante" userId="89844c59c5af8957" providerId="LiveId" clId="{D73F3B29-C4DE-43E7-AFB3-E9D60B4C450F}" dt="2026-04-20T17:22:19.940" v="1617" actId="478"/>
          <ac:spMkLst>
            <pc:docMk/>
            <pc:sldMk cId="369412282" sldId="256"/>
            <ac:spMk id="2" creationId="{ABF34BA6-06E0-5CF5-4BCF-D68CC43441A3}"/>
          </ac:spMkLst>
        </pc:spChg>
        <pc:spChg chg="mod">
          <ac:chgData name="Fabiola Laplante" userId="89844c59c5af8957" providerId="LiveId" clId="{D73F3B29-C4DE-43E7-AFB3-E9D60B4C450F}" dt="2026-04-20T17:03:51.086" v="1279" actId="1076"/>
          <ac:spMkLst>
            <pc:docMk/>
            <pc:sldMk cId="369412282" sldId="256"/>
            <ac:spMk id="3" creationId="{0746ED6E-F83F-5CEE-C2B1-DC9847CECAEC}"/>
          </ac:spMkLst>
        </pc:spChg>
        <pc:spChg chg="add mod">
          <ac:chgData name="Fabiola Laplante" userId="89844c59c5af8957" providerId="LiveId" clId="{D73F3B29-C4DE-43E7-AFB3-E9D60B4C450F}" dt="2026-04-17T01:06:21.636" v="25" actId="20578"/>
          <ac:spMkLst>
            <pc:docMk/>
            <pc:sldMk cId="369412282" sldId="256"/>
            <ac:spMk id="4" creationId="{56228C83-92CC-526D-C632-6936A18AF263}"/>
          </ac:spMkLst>
        </pc:spChg>
        <pc:spChg chg="add del mod">
          <ac:chgData name="Fabiola Laplante" userId="89844c59c5af8957" providerId="LiveId" clId="{D73F3B29-C4DE-43E7-AFB3-E9D60B4C450F}" dt="2026-04-20T17:22:27.449" v="1620" actId="478"/>
          <ac:spMkLst>
            <pc:docMk/>
            <pc:sldMk cId="369412282" sldId="256"/>
            <ac:spMk id="9" creationId="{B0528C72-F41F-1EF2-2BA0-807979A7123D}"/>
          </ac:spMkLst>
        </pc:spChg>
        <pc:picChg chg="add mod">
          <ac:chgData name="Fabiola Laplante" userId="89844c59c5af8957" providerId="LiveId" clId="{D73F3B29-C4DE-43E7-AFB3-E9D60B4C450F}" dt="2026-04-20T17:03:41.253" v="1278"/>
          <ac:picMkLst>
            <pc:docMk/>
            <pc:sldMk cId="369412282" sldId="256"/>
            <ac:picMk id="5" creationId="{6151DA35-BA23-076B-09B0-3549E13FA309}"/>
          </ac:picMkLst>
        </pc:picChg>
        <pc:picChg chg="add mod ord">
          <ac:chgData name="Fabiola Laplante" userId="89844c59c5af8957" providerId="LiveId" clId="{D73F3B29-C4DE-43E7-AFB3-E9D60B4C450F}" dt="2026-04-20T18:28:34.631" v="1959" actId="1076"/>
          <ac:picMkLst>
            <pc:docMk/>
            <pc:sldMk cId="369412282" sldId="256"/>
            <ac:picMk id="6" creationId="{8E8EF552-E5B1-5B51-1C16-87CBF0635984}"/>
          </ac:picMkLst>
        </pc:picChg>
        <pc:picChg chg="add del mod">
          <ac:chgData name="Fabiola Laplante" userId="89844c59c5af8957" providerId="LiveId" clId="{D73F3B29-C4DE-43E7-AFB3-E9D60B4C450F}" dt="2026-04-20T18:45:33.870" v="2026" actId="1076"/>
          <ac:picMkLst>
            <pc:docMk/>
            <pc:sldMk cId="369412282" sldId="256"/>
            <ac:picMk id="7" creationId="{02A19655-F36C-5FA9-4CD5-1F48A2E7FBCB}"/>
          </ac:picMkLst>
        </pc:picChg>
        <pc:picChg chg="add del mod">
          <ac:chgData name="Fabiola Laplante" userId="89844c59c5af8957" providerId="LiveId" clId="{D73F3B29-C4DE-43E7-AFB3-E9D60B4C450F}" dt="2026-04-20T17:45:26.979" v="1782" actId="478"/>
          <ac:picMkLst>
            <pc:docMk/>
            <pc:sldMk cId="369412282" sldId="256"/>
            <ac:picMk id="10" creationId="{2854B9DD-A5AE-0260-9B5F-DEC2D4ADB1CF}"/>
          </ac:picMkLst>
        </pc:picChg>
        <pc:picChg chg="add mod">
          <ac:chgData name="Fabiola Laplante" userId="89844c59c5af8957" providerId="LiveId" clId="{D73F3B29-C4DE-43E7-AFB3-E9D60B4C450F}" dt="2026-04-20T17:46:37.878" v="1788" actId="1076"/>
          <ac:picMkLst>
            <pc:docMk/>
            <pc:sldMk cId="369412282" sldId="256"/>
            <ac:picMk id="12" creationId="{8C98ADE4-BA69-1AA8-9C73-82D180A5A707}"/>
          </ac:picMkLst>
        </pc:picChg>
        <pc:picChg chg="add mod">
          <ac:chgData name="Fabiola Laplante" userId="89844c59c5af8957" providerId="LiveId" clId="{D73F3B29-C4DE-43E7-AFB3-E9D60B4C450F}" dt="2026-04-20T18:29:08.060" v="1968" actId="571"/>
          <ac:picMkLst>
            <pc:docMk/>
            <pc:sldMk cId="369412282" sldId="256"/>
            <ac:picMk id="13" creationId="{68932099-B481-4449-5FE2-57BBA31489CC}"/>
          </ac:picMkLst>
        </pc:picChg>
        <pc:picChg chg="add mod">
          <ac:chgData name="Fabiola Laplante" userId="89844c59c5af8957" providerId="LiveId" clId="{D73F3B29-C4DE-43E7-AFB3-E9D60B4C450F}" dt="2026-04-17T02:16:48.630" v="384" actId="1076"/>
          <ac:picMkLst>
            <pc:docMk/>
            <pc:sldMk cId="369412282" sldId="256"/>
            <ac:picMk id="14" creationId="{3469647E-EB65-57DE-FF7A-3A5F32F556DD}"/>
          </ac:picMkLst>
        </pc:picChg>
        <pc:picChg chg="add mod">
          <ac:chgData name="Fabiola Laplante" userId="89844c59c5af8957" providerId="LiveId" clId="{D73F3B29-C4DE-43E7-AFB3-E9D60B4C450F}" dt="2026-04-20T18:29:08.060" v="1968" actId="571"/>
          <ac:picMkLst>
            <pc:docMk/>
            <pc:sldMk cId="369412282" sldId="256"/>
            <ac:picMk id="15" creationId="{4056FFBE-D44F-96F6-BAD4-BE0A28F9808A}"/>
          </ac:picMkLst>
        </pc:picChg>
        <pc:picChg chg="add mod">
          <ac:chgData name="Fabiola Laplante" userId="89844c59c5af8957" providerId="LiveId" clId="{D73F3B29-C4DE-43E7-AFB3-E9D60B4C450F}" dt="2026-04-17T02:16:52.498" v="388" actId="1076"/>
          <ac:picMkLst>
            <pc:docMk/>
            <pc:sldMk cId="369412282" sldId="256"/>
            <ac:picMk id="16" creationId="{6C33B5B5-AE92-01CD-4DFD-20152493601B}"/>
          </ac:picMkLst>
        </pc:picChg>
        <pc:picChg chg="add mod">
          <ac:chgData name="Fabiola Laplante" userId="89844c59c5af8957" providerId="LiveId" clId="{D73F3B29-C4DE-43E7-AFB3-E9D60B4C450F}" dt="2026-04-20T18:29:08.060" v="1968" actId="571"/>
          <ac:picMkLst>
            <pc:docMk/>
            <pc:sldMk cId="369412282" sldId="256"/>
            <ac:picMk id="17" creationId="{15B4D95D-1060-B676-1EFD-D4CD4B86479F}"/>
          </ac:picMkLst>
        </pc:picChg>
        <pc:picChg chg="add mod">
          <ac:chgData name="Fabiola Laplante" userId="89844c59c5af8957" providerId="LiveId" clId="{D73F3B29-C4DE-43E7-AFB3-E9D60B4C450F}" dt="2026-04-20T18:29:08.060" v="1968" actId="571"/>
          <ac:picMkLst>
            <pc:docMk/>
            <pc:sldMk cId="369412282" sldId="256"/>
            <ac:picMk id="18" creationId="{6D63D8C0-9795-D7BF-899F-E64AB4F1063B}"/>
          </ac:picMkLst>
        </pc:picChg>
        <pc:picChg chg="add mod">
          <ac:chgData name="Fabiola Laplante" userId="89844c59c5af8957" providerId="LiveId" clId="{D73F3B29-C4DE-43E7-AFB3-E9D60B4C450F}" dt="2026-04-17T02:17:05.725" v="396" actId="1076"/>
          <ac:picMkLst>
            <pc:docMk/>
            <pc:sldMk cId="369412282" sldId="256"/>
            <ac:picMk id="19" creationId="{6922AA3B-0ED0-CE62-12E5-93CF900930D7}"/>
          </ac:picMkLst>
        </pc:picChg>
        <pc:picChg chg="add mod">
          <ac:chgData name="Fabiola Laplante" userId="89844c59c5af8957" providerId="LiveId" clId="{D73F3B29-C4DE-43E7-AFB3-E9D60B4C450F}" dt="2026-04-20T18:29:08.060" v="1968" actId="571"/>
          <ac:picMkLst>
            <pc:docMk/>
            <pc:sldMk cId="369412282" sldId="256"/>
            <ac:picMk id="20" creationId="{0BC93337-28A9-5839-131F-BADBAC95014A}"/>
          </ac:picMkLst>
        </pc:picChg>
        <pc:picChg chg="add mod">
          <ac:chgData name="Fabiola Laplante" userId="89844c59c5af8957" providerId="LiveId" clId="{D73F3B29-C4DE-43E7-AFB3-E9D60B4C450F}" dt="2026-04-17T02:26:57.903" v="522" actId="1076"/>
          <ac:picMkLst>
            <pc:docMk/>
            <pc:sldMk cId="369412282" sldId="256"/>
            <ac:picMk id="21" creationId="{2F20A52F-D630-0A20-DB71-FB014136E198}"/>
          </ac:picMkLst>
        </pc:picChg>
        <pc:picChg chg="add mod">
          <ac:chgData name="Fabiola Laplante" userId="89844c59c5af8957" providerId="LiveId" clId="{D73F3B29-C4DE-43E7-AFB3-E9D60B4C450F}" dt="2026-04-20T18:28:35.410" v="1960" actId="1076"/>
          <ac:picMkLst>
            <pc:docMk/>
            <pc:sldMk cId="369412282" sldId="256"/>
            <ac:picMk id="22" creationId="{C9928460-78DB-5422-7087-0C25F1E78D3B}"/>
          </ac:picMkLst>
        </pc:picChg>
        <pc:picChg chg="add mod">
          <ac:chgData name="Fabiola Laplante" userId="89844c59c5af8957" providerId="LiveId" clId="{D73F3B29-C4DE-43E7-AFB3-E9D60B4C450F}" dt="2026-04-20T18:29:06.097" v="1967" actId="571"/>
          <ac:picMkLst>
            <pc:docMk/>
            <pc:sldMk cId="369412282" sldId="256"/>
            <ac:picMk id="23" creationId="{5E7DFCCD-12A0-2F91-BD33-832E257CC24F}"/>
          </ac:picMkLst>
        </pc:picChg>
        <pc:picChg chg="add mod">
          <ac:chgData name="Fabiola Laplante" userId="89844c59c5af8957" providerId="LiveId" clId="{D73F3B29-C4DE-43E7-AFB3-E9D60B4C450F}" dt="2026-04-20T18:29:06.097" v="1967" actId="571"/>
          <ac:picMkLst>
            <pc:docMk/>
            <pc:sldMk cId="369412282" sldId="256"/>
            <ac:picMk id="24" creationId="{6D394C0C-A34C-36EE-9922-FF3A366B426B}"/>
          </ac:picMkLst>
        </pc:picChg>
        <pc:picChg chg="add mod">
          <ac:chgData name="Fabiola Laplante" userId="89844c59c5af8957" providerId="LiveId" clId="{D73F3B29-C4DE-43E7-AFB3-E9D60B4C450F}" dt="2026-04-20T18:29:06.097" v="1967" actId="571"/>
          <ac:picMkLst>
            <pc:docMk/>
            <pc:sldMk cId="369412282" sldId="256"/>
            <ac:picMk id="25" creationId="{4A234F11-E3F6-2B2D-93D9-EA3DFD0CF8E2}"/>
          </ac:picMkLst>
        </pc:picChg>
        <pc:picChg chg="add mod">
          <ac:chgData name="Fabiola Laplante" userId="89844c59c5af8957" providerId="LiveId" clId="{D73F3B29-C4DE-43E7-AFB3-E9D60B4C450F}" dt="2026-04-20T18:29:06.097" v="1967" actId="571"/>
          <ac:picMkLst>
            <pc:docMk/>
            <pc:sldMk cId="369412282" sldId="256"/>
            <ac:picMk id="26" creationId="{F286B50C-D971-50AD-2DE2-D428A09981B7}"/>
          </ac:picMkLst>
        </pc:picChg>
        <pc:picChg chg="add mod">
          <ac:chgData name="Fabiola Laplante" userId="89844c59c5af8957" providerId="LiveId" clId="{D73F3B29-C4DE-43E7-AFB3-E9D60B4C450F}" dt="2026-04-20T18:29:06.097" v="1967" actId="571"/>
          <ac:picMkLst>
            <pc:docMk/>
            <pc:sldMk cId="369412282" sldId="256"/>
            <ac:picMk id="27" creationId="{DE15B28D-1175-3078-B32F-C6E8FD981B27}"/>
          </ac:picMkLst>
        </pc:picChg>
        <pc:picChg chg="add mod">
          <ac:chgData name="Fabiola Laplante" userId="89844c59c5af8957" providerId="LiveId" clId="{D73F3B29-C4DE-43E7-AFB3-E9D60B4C450F}" dt="2026-04-20T18:29:06.097" v="1967" actId="571"/>
          <ac:picMkLst>
            <pc:docMk/>
            <pc:sldMk cId="369412282" sldId="256"/>
            <ac:picMk id="28" creationId="{4A250799-8D35-8886-CBC7-244B9D15DF22}"/>
          </ac:picMkLst>
        </pc:picChg>
        <pc:picChg chg="add mod">
          <ac:chgData name="Fabiola Laplante" userId="89844c59c5af8957" providerId="LiveId" clId="{D73F3B29-C4DE-43E7-AFB3-E9D60B4C450F}" dt="2026-04-20T18:29:05.368" v="1966" actId="571"/>
          <ac:picMkLst>
            <pc:docMk/>
            <pc:sldMk cId="369412282" sldId="256"/>
            <ac:picMk id="29" creationId="{16F30648-9A31-4AF5-D8B6-C002DDDED378}"/>
          </ac:picMkLst>
        </pc:picChg>
        <pc:picChg chg="add mod">
          <ac:chgData name="Fabiola Laplante" userId="89844c59c5af8957" providerId="LiveId" clId="{D73F3B29-C4DE-43E7-AFB3-E9D60B4C450F}" dt="2026-04-20T18:29:05.368" v="1966" actId="571"/>
          <ac:picMkLst>
            <pc:docMk/>
            <pc:sldMk cId="369412282" sldId="256"/>
            <ac:picMk id="30" creationId="{5A37D775-40B7-F20D-83AB-C13A5BBED1D8}"/>
          </ac:picMkLst>
        </pc:picChg>
        <pc:picChg chg="add mod">
          <ac:chgData name="Fabiola Laplante" userId="89844c59c5af8957" providerId="LiveId" clId="{D73F3B29-C4DE-43E7-AFB3-E9D60B4C450F}" dt="2026-04-20T18:29:05.368" v="1966" actId="571"/>
          <ac:picMkLst>
            <pc:docMk/>
            <pc:sldMk cId="369412282" sldId="256"/>
            <ac:picMk id="31" creationId="{5E247692-A1F7-ABE4-DB59-849DB486851C}"/>
          </ac:picMkLst>
        </pc:picChg>
        <pc:picChg chg="add mod">
          <ac:chgData name="Fabiola Laplante" userId="89844c59c5af8957" providerId="LiveId" clId="{D73F3B29-C4DE-43E7-AFB3-E9D60B4C450F}" dt="2026-04-20T18:29:05.005" v="1965" actId="571"/>
          <ac:picMkLst>
            <pc:docMk/>
            <pc:sldMk cId="369412282" sldId="256"/>
            <ac:picMk id="32" creationId="{36156C17-C3AA-8E47-E4A2-E0DEE3E80EF4}"/>
          </ac:picMkLst>
        </pc:picChg>
        <pc:picChg chg="add mod">
          <ac:chgData name="Fabiola Laplante" userId="89844c59c5af8957" providerId="LiveId" clId="{D73F3B29-C4DE-43E7-AFB3-E9D60B4C450F}" dt="2026-04-20T18:29:05.005" v="1965" actId="571"/>
          <ac:picMkLst>
            <pc:docMk/>
            <pc:sldMk cId="369412282" sldId="256"/>
            <ac:picMk id="33" creationId="{4065FFD5-84EC-FCC6-EB35-91BDCC9A9AC9}"/>
          </ac:picMkLst>
        </pc:picChg>
        <pc:picChg chg="add mod">
          <ac:chgData name="Fabiola Laplante" userId="89844c59c5af8957" providerId="LiveId" clId="{D73F3B29-C4DE-43E7-AFB3-E9D60B4C450F}" dt="2026-04-20T18:29:05.005" v="1965" actId="571"/>
          <ac:picMkLst>
            <pc:docMk/>
            <pc:sldMk cId="369412282" sldId="256"/>
            <ac:picMk id="34" creationId="{CB23DAAE-F012-DA6D-479A-C6FB944469F1}"/>
          </ac:picMkLst>
        </pc:picChg>
        <pc:picChg chg="add mod">
          <ac:chgData name="Fabiola Laplante" userId="89844c59c5af8957" providerId="LiveId" clId="{D73F3B29-C4DE-43E7-AFB3-E9D60B4C450F}" dt="2026-04-20T18:29:12.480" v="1969" actId="571"/>
          <ac:picMkLst>
            <pc:docMk/>
            <pc:sldMk cId="369412282" sldId="256"/>
            <ac:picMk id="35" creationId="{607D1439-547C-6940-7FEB-D57F9A2AE229}"/>
          </ac:picMkLst>
        </pc:picChg>
        <pc:picChg chg="add mod">
          <ac:chgData name="Fabiola Laplante" userId="89844c59c5af8957" providerId="LiveId" clId="{D73F3B29-C4DE-43E7-AFB3-E9D60B4C450F}" dt="2026-04-20T18:29:12.480" v="1969" actId="571"/>
          <ac:picMkLst>
            <pc:docMk/>
            <pc:sldMk cId="369412282" sldId="256"/>
            <ac:picMk id="36" creationId="{5D4B06A7-A563-9BA2-5AC2-882472A26FCC}"/>
          </ac:picMkLst>
        </pc:picChg>
        <pc:picChg chg="add mod">
          <ac:chgData name="Fabiola Laplante" userId="89844c59c5af8957" providerId="LiveId" clId="{D73F3B29-C4DE-43E7-AFB3-E9D60B4C450F}" dt="2026-04-20T18:29:12.480" v="1969" actId="571"/>
          <ac:picMkLst>
            <pc:docMk/>
            <pc:sldMk cId="369412282" sldId="256"/>
            <ac:picMk id="37" creationId="{95157CC6-0A43-1115-3D81-3552016335FF}"/>
          </ac:picMkLst>
        </pc:picChg>
        <pc:picChg chg="add mod">
          <ac:chgData name="Fabiola Laplante" userId="89844c59c5af8957" providerId="LiveId" clId="{D73F3B29-C4DE-43E7-AFB3-E9D60B4C450F}" dt="2026-04-20T18:29:12.480" v="1969" actId="571"/>
          <ac:picMkLst>
            <pc:docMk/>
            <pc:sldMk cId="369412282" sldId="256"/>
            <ac:picMk id="38" creationId="{8B0FC50F-FE50-2C93-3D46-71E75348A16C}"/>
          </ac:picMkLst>
        </pc:picChg>
        <pc:picChg chg="add mod">
          <ac:chgData name="Fabiola Laplante" userId="89844c59c5af8957" providerId="LiveId" clId="{D73F3B29-C4DE-43E7-AFB3-E9D60B4C450F}" dt="2026-04-20T18:29:12.480" v="1969" actId="571"/>
          <ac:picMkLst>
            <pc:docMk/>
            <pc:sldMk cId="369412282" sldId="256"/>
            <ac:picMk id="39" creationId="{18D4367D-AF39-3C29-246B-66456A81DBD6}"/>
          </ac:picMkLst>
        </pc:picChg>
        <pc:picChg chg="add mod">
          <ac:chgData name="Fabiola Laplante" userId="89844c59c5af8957" providerId="LiveId" clId="{D73F3B29-C4DE-43E7-AFB3-E9D60B4C450F}" dt="2026-04-20T18:29:12.480" v="1969" actId="571"/>
          <ac:picMkLst>
            <pc:docMk/>
            <pc:sldMk cId="369412282" sldId="256"/>
            <ac:picMk id="40" creationId="{1FEA969D-53ED-E9EB-D3CD-E695B36EAC9E}"/>
          </ac:picMkLst>
        </pc:picChg>
        <pc:picChg chg="add mod">
          <ac:chgData name="Fabiola Laplante" userId="89844c59c5af8957" providerId="LiveId" clId="{D73F3B29-C4DE-43E7-AFB3-E9D60B4C450F}" dt="2026-04-20T18:47:58.125" v="2044" actId="571"/>
          <ac:picMkLst>
            <pc:docMk/>
            <pc:sldMk cId="369412282" sldId="256"/>
            <ac:picMk id="41" creationId="{1C824770-509C-56F2-314C-94D55E47A22B}"/>
          </ac:picMkLst>
        </pc:picChg>
        <pc:picChg chg="add mod">
          <ac:chgData name="Fabiola Laplante" userId="89844c59c5af8957" providerId="LiveId" clId="{D73F3B29-C4DE-43E7-AFB3-E9D60B4C450F}" dt="2026-04-20T18:47:58.125" v="2044" actId="571"/>
          <ac:picMkLst>
            <pc:docMk/>
            <pc:sldMk cId="369412282" sldId="256"/>
            <ac:picMk id="42" creationId="{A2C7CBAE-F231-2B4C-CD53-9FA4D7817CAD}"/>
          </ac:picMkLst>
        </pc:picChg>
        <pc:picChg chg="add mod">
          <ac:chgData name="Fabiola Laplante" userId="89844c59c5af8957" providerId="LiveId" clId="{D73F3B29-C4DE-43E7-AFB3-E9D60B4C450F}" dt="2026-04-20T18:47:58.125" v="2044" actId="571"/>
          <ac:picMkLst>
            <pc:docMk/>
            <pc:sldMk cId="369412282" sldId="256"/>
            <ac:picMk id="43" creationId="{4BBA168E-9E85-419E-E700-F2A3535DD63D}"/>
          </ac:picMkLst>
        </pc:picChg>
      </pc:sldChg>
      <pc:sldChg chg="addSp delSp modSp new add del mod modTransition setBg addAnim delAnim modAnim">
        <pc:chgData name="Fabiola Laplante" userId="89844c59c5af8957" providerId="LiveId" clId="{D73F3B29-C4DE-43E7-AFB3-E9D60B4C450F}" dt="2026-04-20T23:37:44.135" v="3577" actId="2085"/>
        <pc:sldMkLst>
          <pc:docMk/>
          <pc:sldMk cId="3697227840" sldId="257"/>
        </pc:sldMkLst>
        <pc:spChg chg="mod">
          <ac:chgData name="Fabiola Laplante" userId="89844c59c5af8957" providerId="LiveId" clId="{D73F3B29-C4DE-43E7-AFB3-E9D60B4C450F}" dt="2026-04-17T02:27:35.742" v="524" actId="14838"/>
          <ac:spMkLst>
            <pc:docMk/>
            <pc:sldMk cId="3697227840" sldId="257"/>
            <ac:spMk id="2" creationId="{A6556839-2753-BF46-7F8A-C9E5006D9C71}"/>
          </ac:spMkLst>
        </pc:spChg>
        <pc:spChg chg="add del mod">
          <ac:chgData name="Fabiola Laplante" userId="89844c59c5af8957" providerId="LiveId" clId="{D73F3B29-C4DE-43E7-AFB3-E9D60B4C450F}" dt="2026-04-20T23:37:44.135" v="3577" actId="2085"/>
          <ac:spMkLst>
            <pc:docMk/>
            <pc:sldMk cId="3697227840" sldId="257"/>
            <ac:spMk id="9" creationId="{BA1AF5F4-5599-3346-2BDF-FD6B29F0E20F}"/>
          </ac:spMkLst>
        </pc:spChg>
        <pc:picChg chg="add mod">
          <ac:chgData name="Fabiola Laplante" userId="89844c59c5af8957" providerId="LiveId" clId="{D73F3B29-C4DE-43E7-AFB3-E9D60B4C450F}" dt="2026-04-20T17:47:25.688" v="1801" actId="688"/>
          <ac:picMkLst>
            <pc:docMk/>
            <pc:sldMk cId="3697227840" sldId="257"/>
            <ac:picMk id="3" creationId="{94752C26-9A19-0F65-89D9-435323E42356}"/>
          </ac:picMkLst>
        </pc:picChg>
        <pc:picChg chg="add mod ord">
          <ac:chgData name="Fabiola Laplante" userId="89844c59c5af8957" providerId="LiveId" clId="{D73F3B29-C4DE-43E7-AFB3-E9D60B4C450F}" dt="2026-04-17T02:40:05.534" v="721" actId="14100"/>
          <ac:picMkLst>
            <pc:docMk/>
            <pc:sldMk cId="3697227840" sldId="257"/>
            <ac:picMk id="7" creationId="{F0EADD5C-2096-1256-42E1-6C7BDA5B385E}"/>
          </ac:picMkLst>
        </pc:picChg>
        <pc:picChg chg="add mod ord">
          <ac:chgData name="Fabiola Laplante" userId="89844c59c5af8957" providerId="LiveId" clId="{D73F3B29-C4DE-43E7-AFB3-E9D60B4C450F}" dt="2026-04-17T02:39:59.859" v="719" actId="14100"/>
          <ac:picMkLst>
            <pc:docMk/>
            <pc:sldMk cId="3697227840" sldId="257"/>
            <ac:picMk id="10" creationId="{9FE7A98A-8D9E-66A0-695B-CFEF91E8A8C6}"/>
          </ac:picMkLst>
        </pc:picChg>
        <pc:picChg chg="add mod">
          <ac:chgData name="Fabiola Laplante" userId="89844c59c5af8957" providerId="LiveId" clId="{D73F3B29-C4DE-43E7-AFB3-E9D60B4C450F}" dt="2026-04-20T17:47:20.795" v="1799" actId="1076"/>
          <ac:picMkLst>
            <pc:docMk/>
            <pc:sldMk cId="3697227840" sldId="257"/>
            <ac:picMk id="11" creationId="{C53A060F-C1BA-556D-9FE6-999D667067A2}"/>
          </ac:picMkLst>
        </pc:picChg>
        <pc:picChg chg="add mod">
          <ac:chgData name="Fabiola Laplante" userId="89844c59c5af8957" providerId="LiveId" clId="{D73F3B29-C4DE-43E7-AFB3-E9D60B4C450F}" dt="2026-04-20T17:47:22.958" v="1800" actId="1076"/>
          <ac:picMkLst>
            <pc:docMk/>
            <pc:sldMk cId="3697227840" sldId="257"/>
            <ac:picMk id="12" creationId="{C09CE752-4F99-A664-3720-1FAB81124964}"/>
          </ac:picMkLst>
        </pc:picChg>
        <pc:picChg chg="add mod ord">
          <ac:chgData name="Fabiola Laplante" userId="89844c59c5af8957" providerId="LiveId" clId="{D73F3B29-C4DE-43E7-AFB3-E9D60B4C450F}" dt="2026-04-17T02:56:20.618" v="1018" actId="1076"/>
          <ac:picMkLst>
            <pc:docMk/>
            <pc:sldMk cId="3697227840" sldId="257"/>
            <ac:picMk id="14" creationId="{31AF8295-E1E1-27E3-E21E-6B284C0D75D2}"/>
          </ac:picMkLst>
        </pc:picChg>
        <pc:picChg chg="add mod">
          <ac:chgData name="Fabiola Laplante" userId="89844c59c5af8957" providerId="LiveId" clId="{D73F3B29-C4DE-43E7-AFB3-E9D60B4C450F}" dt="2026-04-17T02:40:08.191" v="722" actId="14100"/>
          <ac:picMkLst>
            <pc:docMk/>
            <pc:sldMk cId="3697227840" sldId="257"/>
            <ac:picMk id="15" creationId="{9C9973DB-A0DF-38FA-31D3-696E08E040D1}"/>
          </ac:picMkLst>
        </pc:picChg>
        <pc:picChg chg="add mod">
          <ac:chgData name="Fabiola Laplante" userId="89844c59c5af8957" providerId="LiveId" clId="{D73F3B29-C4DE-43E7-AFB3-E9D60B4C450F}" dt="2026-04-17T02:55:17.807" v="1004" actId="1076"/>
          <ac:picMkLst>
            <pc:docMk/>
            <pc:sldMk cId="3697227840" sldId="257"/>
            <ac:picMk id="3074" creationId="{A21484AA-0DFA-86D5-1906-6C0F738ED8F2}"/>
          </ac:picMkLst>
        </pc:picChg>
      </pc:sldChg>
      <pc:sldChg chg="addSp delSp modSp add del mod ord modTransition setBg">
        <pc:chgData name="Fabiola Laplante" userId="89844c59c5af8957" providerId="LiveId" clId="{D73F3B29-C4DE-43E7-AFB3-E9D60B4C450F}" dt="2026-04-20T23:17:36.060" v="2947" actId="20577"/>
        <pc:sldMkLst>
          <pc:docMk/>
          <pc:sldMk cId="275087577" sldId="258"/>
        </pc:sldMkLst>
        <pc:spChg chg="mod">
          <ac:chgData name="Fabiola Laplante" userId="89844c59c5af8957" providerId="LiveId" clId="{D73F3B29-C4DE-43E7-AFB3-E9D60B4C450F}" dt="2026-04-17T02:36:47.169" v="664" actId="255"/>
          <ac:spMkLst>
            <pc:docMk/>
            <pc:sldMk cId="275087577" sldId="258"/>
            <ac:spMk id="2" creationId="{37CCE43B-245F-1C03-E495-F93BB5813BEE}"/>
          </ac:spMkLst>
        </pc:spChg>
        <pc:spChg chg="add mod">
          <ac:chgData name="Fabiola Laplante" userId="89844c59c5af8957" providerId="LiveId" clId="{D73F3B29-C4DE-43E7-AFB3-E9D60B4C450F}" dt="2026-04-20T23:07:34.557" v="2928" actId="20577"/>
          <ac:spMkLst>
            <pc:docMk/>
            <pc:sldMk cId="275087577" sldId="258"/>
            <ac:spMk id="5" creationId="{4E4A38E0-A920-2332-C14B-35DFE9AFAC03}"/>
          </ac:spMkLst>
        </pc:spChg>
        <pc:spChg chg="add mod">
          <ac:chgData name="Fabiola Laplante" userId="89844c59c5af8957" providerId="LiveId" clId="{D73F3B29-C4DE-43E7-AFB3-E9D60B4C450F}" dt="2026-04-20T23:17:36.060" v="2947" actId="20577"/>
          <ac:spMkLst>
            <pc:docMk/>
            <pc:sldMk cId="275087577" sldId="258"/>
            <ac:spMk id="7" creationId="{015D5B75-BE5A-7271-419E-AE77E437E708}"/>
          </ac:spMkLst>
        </pc:spChg>
        <pc:spChg chg="add mod">
          <ac:chgData name="Fabiola Laplante" userId="89844c59c5af8957" providerId="LiveId" clId="{D73F3B29-C4DE-43E7-AFB3-E9D60B4C450F}" dt="2026-04-20T23:08:38.675" v="2941" actId="1076"/>
          <ac:spMkLst>
            <pc:docMk/>
            <pc:sldMk cId="275087577" sldId="258"/>
            <ac:spMk id="8" creationId="{77687898-8B9C-FF27-8477-0B464F4C621E}"/>
          </ac:spMkLst>
        </pc:spChg>
        <pc:graphicFrameChg chg="add del modGraphic">
          <ac:chgData name="Fabiola Laplante" userId="89844c59c5af8957" providerId="LiveId" clId="{D73F3B29-C4DE-43E7-AFB3-E9D60B4C450F}" dt="2026-04-20T17:47:01.036" v="1794" actId="478"/>
          <ac:graphicFrameMkLst>
            <pc:docMk/>
            <pc:sldMk cId="275087577" sldId="258"/>
            <ac:graphicFrameMk id="11" creationId="{FA2B5CBB-BA76-3975-2B7A-B39D7A7038F9}"/>
          </ac:graphicFrameMkLst>
        </pc:graphicFrameChg>
        <pc:picChg chg="add mod">
          <ac:chgData name="Fabiola Laplante" userId="89844c59c5af8957" providerId="LiveId" clId="{D73F3B29-C4DE-43E7-AFB3-E9D60B4C450F}" dt="2026-04-20T18:52:43.060" v="2066" actId="1076"/>
          <ac:picMkLst>
            <pc:docMk/>
            <pc:sldMk cId="275087577" sldId="258"/>
            <ac:picMk id="3" creationId="{5243CDC9-C29B-50F4-72D4-A47F27B7B68C}"/>
          </ac:picMkLst>
        </pc:picChg>
        <pc:picChg chg="mod">
          <ac:chgData name="Fabiola Laplante" userId="89844c59c5af8957" providerId="LiveId" clId="{D73F3B29-C4DE-43E7-AFB3-E9D60B4C450F}" dt="2026-04-20T23:08:09.917" v="2935" actId="1076"/>
          <ac:picMkLst>
            <pc:docMk/>
            <pc:sldMk cId="275087577" sldId="258"/>
            <ac:picMk id="4" creationId="{406E681D-65E8-1ED5-92A9-4A71AE32F044}"/>
          </ac:picMkLst>
        </pc:picChg>
        <pc:picChg chg="mod ord">
          <ac:chgData name="Fabiola Laplante" userId="89844c59c5af8957" providerId="LiveId" clId="{D73F3B29-C4DE-43E7-AFB3-E9D60B4C450F}" dt="2026-04-17T02:56:27.318" v="1019" actId="688"/>
          <ac:picMkLst>
            <pc:docMk/>
            <pc:sldMk cId="275087577" sldId="258"/>
            <ac:picMk id="6" creationId="{1F8D8D5E-49EC-8536-B898-5359BCAC43D2}"/>
          </ac:picMkLst>
        </pc:picChg>
        <pc:picChg chg="add mod ord">
          <ac:chgData name="Fabiola Laplante" userId="89844c59c5af8957" providerId="LiveId" clId="{D73F3B29-C4DE-43E7-AFB3-E9D60B4C450F}" dt="2026-04-20T18:52:46.054" v="2067" actId="1076"/>
          <ac:picMkLst>
            <pc:docMk/>
            <pc:sldMk cId="275087577" sldId="258"/>
            <ac:picMk id="9" creationId="{49E668B7-8CE9-75C8-BAFC-7EBD8B62FABF}"/>
          </ac:picMkLst>
        </pc:picChg>
        <pc:picChg chg="add mod">
          <ac:chgData name="Fabiola Laplante" userId="89844c59c5af8957" providerId="LiveId" clId="{D73F3B29-C4DE-43E7-AFB3-E9D60B4C450F}" dt="2026-04-20T22:44:31.912" v="2325" actId="1076"/>
          <ac:picMkLst>
            <pc:docMk/>
            <pc:sldMk cId="275087577" sldId="258"/>
            <ac:picMk id="12" creationId="{FAC4B751-095F-A25B-1907-C01CAD37DA31}"/>
          </ac:picMkLst>
        </pc:picChg>
        <pc:picChg chg="add mod">
          <ac:chgData name="Fabiola Laplante" userId="89844c59c5af8957" providerId="LiveId" clId="{D73F3B29-C4DE-43E7-AFB3-E9D60B4C450F}" dt="2026-04-20T18:49:24.380" v="2048" actId="1076"/>
          <ac:picMkLst>
            <pc:docMk/>
            <pc:sldMk cId="275087577" sldId="258"/>
            <ac:picMk id="13" creationId="{461A621B-D91B-86CE-BCFB-810F211F2DDE}"/>
          </ac:picMkLst>
        </pc:picChg>
        <pc:picChg chg="add mod ord">
          <ac:chgData name="Fabiola Laplante" userId="89844c59c5af8957" providerId="LiveId" clId="{D73F3B29-C4DE-43E7-AFB3-E9D60B4C450F}" dt="2026-04-20T18:49:42.037" v="2058" actId="1076"/>
          <ac:picMkLst>
            <pc:docMk/>
            <pc:sldMk cId="275087577" sldId="258"/>
            <ac:picMk id="17" creationId="{1D93C334-6FDF-F308-2111-6DA9C04C2F27}"/>
          </ac:picMkLst>
        </pc:picChg>
        <pc:picChg chg="add mod">
          <ac:chgData name="Fabiola Laplante" userId="89844c59c5af8957" providerId="LiveId" clId="{D73F3B29-C4DE-43E7-AFB3-E9D60B4C450F}" dt="2026-04-17T02:55:26.637" v="1006" actId="1076"/>
          <ac:picMkLst>
            <pc:docMk/>
            <pc:sldMk cId="275087577" sldId="258"/>
            <ac:picMk id="2050" creationId="{0A22B598-9E4A-A55B-B8DF-7010FDEFB486}"/>
          </ac:picMkLst>
        </pc:picChg>
      </pc:sldChg>
      <pc:sldChg chg="addSp delSp modSp add del mod modTransition setBg">
        <pc:chgData name="Fabiola Laplante" userId="89844c59c5af8957" providerId="LiveId" clId="{D73F3B29-C4DE-43E7-AFB3-E9D60B4C450F}" dt="2026-04-20T23:36:40.107" v="3572" actId="20577"/>
        <pc:sldMkLst>
          <pc:docMk/>
          <pc:sldMk cId="3462536611" sldId="259"/>
        </pc:sldMkLst>
        <pc:spChg chg="mod">
          <ac:chgData name="Fabiola Laplante" userId="89844c59c5af8957" providerId="LiveId" clId="{D73F3B29-C4DE-43E7-AFB3-E9D60B4C450F}" dt="2026-04-17T02:39:14.666" v="715" actId="122"/>
          <ac:spMkLst>
            <pc:docMk/>
            <pc:sldMk cId="3462536611" sldId="259"/>
            <ac:spMk id="2" creationId="{66F839E9-3617-7A20-CD8F-34E335840743}"/>
          </ac:spMkLst>
        </pc:spChg>
        <pc:spChg chg="add del mod">
          <ac:chgData name="Fabiola Laplante" userId="89844c59c5af8957" providerId="LiveId" clId="{D73F3B29-C4DE-43E7-AFB3-E9D60B4C450F}" dt="2026-04-20T22:56:47.044" v="2644"/>
          <ac:spMkLst>
            <pc:docMk/>
            <pc:sldMk cId="3462536611" sldId="259"/>
            <ac:spMk id="5" creationId="{0F3F36E6-A891-5A6F-7315-2C8FAC2A55AF}"/>
          </ac:spMkLst>
        </pc:spChg>
        <pc:spChg chg="add del mod">
          <ac:chgData name="Fabiola Laplante" userId="89844c59c5af8957" providerId="LiveId" clId="{D73F3B29-C4DE-43E7-AFB3-E9D60B4C450F}" dt="2026-04-20T23:08:55.363" v="2944"/>
          <ac:spMkLst>
            <pc:docMk/>
            <pc:sldMk cId="3462536611" sldId="259"/>
            <ac:spMk id="7" creationId="{1275D064-52B3-A284-D6FD-250B83D28C92}"/>
          </ac:spMkLst>
        </pc:spChg>
        <pc:spChg chg="add mod">
          <ac:chgData name="Fabiola Laplante" userId="89844c59c5af8957" providerId="LiveId" clId="{D73F3B29-C4DE-43E7-AFB3-E9D60B4C450F}" dt="2026-04-20T23:36:40.107" v="3572" actId="20577"/>
          <ac:spMkLst>
            <pc:docMk/>
            <pc:sldMk cId="3462536611" sldId="259"/>
            <ac:spMk id="8" creationId="{B55902CE-B3B5-D831-85EF-4F5A23EDC36E}"/>
          </ac:spMkLst>
        </pc:spChg>
        <pc:graphicFrameChg chg="del">
          <ac:chgData name="Fabiola Laplante" userId="89844c59c5af8957" providerId="LiveId" clId="{D73F3B29-C4DE-43E7-AFB3-E9D60B4C450F}" dt="2026-04-20T22:56:10.025" v="2641" actId="478"/>
          <ac:graphicFrameMkLst>
            <pc:docMk/>
            <pc:sldMk cId="3462536611" sldId="259"/>
            <ac:graphicFrameMk id="11" creationId="{7E65A08F-BB58-608C-F0F9-2CD180D6CC13}"/>
          </ac:graphicFrameMkLst>
        </pc:graphicFrameChg>
        <pc:picChg chg="add mod">
          <ac:chgData name="Fabiola Laplante" userId="89844c59c5af8957" providerId="LiveId" clId="{D73F3B29-C4DE-43E7-AFB3-E9D60B4C450F}" dt="2026-04-20T17:48:03.714" v="1806" actId="1076"/>
          <ac:picMkLst>
            <pc:docMk/>
            <pc:sldMk cId="3462536611" sldId="259"/>
            <ac:picMk id="3" creationId="{CD597061-F4CD-1820-187A-E79EE9B591E7}"/>
          </ac:picMkLst>
        </pc:picChg>
        <pc:picChg chg="mod">
          <ac:chgData name="Fabiola Laplante" userId="89844c59c5af8957" providerId="LiveId" clId="{D73F3B29-C4DE-43E7-AFB3-E9D60B4C450F}" dt="2026-04-17T02:34:59.530" v="629" actId="1076"/>
          <ac:picMkLst>
            <pc:docMk/>
            <pc:sldMk cId="3462536611" sldId="259"/>
            <ac:picMk id="4" creationId="{1845A5D6-BC38-8927-5B04-AD830298329E}"/>
          </ac:picMkLst>
        </pc:picChg>
        <pc:picChg chg="mod">
          <ac:chgData name="Fabiola Laplante" userId="89844c59c5af8957" providerId="LiveId" clId="{D73F3B29-C4DE-43E7-AFB3-E9D60B4C450F}" dt="2026-04-17T02:41:04.149" v="728" actId="14100"/>
          <ac:picMkLst>
            <pc:docMk/>
            <pc:sldMk cId="3462536611" sldId="259"/>
            <ac:picMk id="6" creationId="{7EB4B9D4-126D-DFB7-C6BA-2A01317271D2}"/>
          </ac:picMkLst>
        </pc:picChg>
        <pc:picChg chg="mod">
          <ac:chgData name="Fabiola Laplante" userId="89844c59c5af8957" providerId="LiveId" clId="{D73F3B29-C4DE-43E7-AFB3-E9D60B4C450F}" dt="2026-04-17T02:35:08.408" v="634" actId="1076"/>
          <ac:picMkLst>
            <pc:docMk/>
            <pc:sldMk cId="3462536611" sldId="259"/>
            <ac:picMk id="9" creationId="{D9AE1C82-2C39-C500-EFB0-B863EEB43508}"/>
          </ac:picMkLst>
        </pc:picChg>
        <pc:picChg chg="mod">
          <ac:chgData name="Fabiola Laplante" userId="89844c59c5af8957" providerId="LiveId" clId="{D73F3B29-C4DE-43E7-AFB3-E9D60B4C450F}" dt="2026-04-17T02:41:08.651" v="729" actId="14100"/>
          <ac:picMkLst>
            <pc:docMk/>
            <pc:sldMk cId="3462536611" sldId="259"/>
            <ac:picMk id="12" creationId="{59406965-C1AE-58ED-BDA8-6B7A052ED2BA}"/>
          </ac:picMkLst>
        </pc:picChg>
        <pc:picChg chg="mod">
          <ac:chgData name="Fabiola Laplante" userId="89844c59c5af8957" providerId="LiveId" clId="{D73F3B29-C4DE-43E7-AFB3-E9D60B4C450F}" dt="2026-04-17T02:34:26.140" v="614" actId="1076"/>
          <ac:picMkLst>
            <pc:docMk/>
            <pc:sldMk cId="3462536611" sldId="259"/>
            <ac:picMk id="13" creationId="{0B1C612F-47D0-9CF4-FBF8-74C78887D048}"/>
          </ac:picMkLst>
        </pc:picChg>
        <pc:picChg chg="mod ord">
          <ac:chgData name="Fabiola Laplante" userId="89844c59c5af8957" providerId="LiveId" clId="{D73F3B29-C4DE-43E7-AFB3-E9D60B4C450F}" dt="2026-04-20T17:48:36.342" v="1816" actId="14100"/>
          <ac:picMkLst>
            <pc:docMk/>
            <pc:sldMk cId="3462536611" sldId="259"/>
            <ac:picMk id="17" creationId="{8B0B9226-D23D-9C5F-C96B-3C23EC1F6A6B}"/>
          </ac:picMkLst>
        </pc:picChg>
        <pc:picChg chg="add mod">
          <ac:chgData name="Fabiola Laplante" userId="89844c59c5af8957" providerId="LiveId" clId="{D73F3B29-C4DE-43E7-AFB3-E9D60B4C450F}" dt="2026-04-17T02:55:36.747" v="1009" actId="1076"/>
          <ac:picMkLst>
            <pc:docMk/>
            <pc:sldMk cId="3462536611" sldId="259"/>
            <ac:picMk id="4098" creationId="{8A0F4DE0-ED64-53FC-AB8B-EF8BA429C4D5}"/>
          </ac:picMkLst>
        </pc:picChg>
      </pc:sldChg>
      <pc:sldChg chg="addSp delSp modSp add del mod modTransition setBg">
        <pc:chgData name="Fabiola Laplante" userId="89844c59c5af8957" providerId="LiveId" clId="{D73F3B29-C4DE-43E7-AFB3-E9D60B4C450F}" dt="2026-04-20T23:41:18.512" v="3578" actId="478"/>
        <pc:sldMkLst>
          <pc:docMk/>
          <pc:sldMk cId="646453598" sldId="260"/>
        </pc:sldMkLst>
        <pc:spChg chg="mod">
          <ac:chgData name="Fabiola Laplante" userId="89844c59c5af8957" providerId="LiveId" clId="{D73F3B29-C4DE-43E7-AFB3-E9D60B4C450F}" dt="2026-04-17T02:38:33.075" v="696" actId="313"/>
          <ac:spMkLst>
            <pc:docMk/>
            <pc:sldMk cId="646453598" sldId="260"/>
            <ac:spMk id="2" creationId="{4296668C-8FA9-F1A6-737B-5BC90A5CA413}"/>
          </ac:spMkLst>
        </pc:spChg>
        <pc:spChg chg="add mod">
          <ac:chgData name="Fabiola Laplante" userId="89844c59c5af8957" providerId="LiveId" clId="{D73F3B29-C4DE-43E7-AFB3-E9D60B4C450F}" dt="2026-04-20T16:56:44.040" v="1260" actId="20577"/>
          <ac:spMkLst>
            <pc:docMk/>
            <pc:sldMk cId="646453598" sldId="260"/>
            <ac:spMk id="3" creationId="{DA78EC77-091E-6A8E-7E6B-9CD18E1B8328}"/>
          </ac:spMkLst>
        </pc:spChg>
        <pc:graphicFrameChg chg="del">
          <ac:chgData name="Fabiola Laplante" userId="89844c59c5af8957" providerId="LiveId" clId="{D73F3B29-C4DE-43E7-AFB3-E9D60B4C450F}" dt="2026-04-20T23:41:18.512" v="3578" actId="478"/>
          <ac:graphicFrameMkLst>
            <pc:docMk/>
            <pc:sldMk cId="646453598" sldId="260"/>
            <ac:graphicFrameMk id="11" creationId="{74378558-A404-1412-B3A8-CD04721E8CDE}"/>
          </ac:graphicFrameMkLst>
        </pc:graphicFrameChg>
        <pc:picChg chg="mod">
          <ac:chgData name="Fabiola Laplante" userId="89844c59c5af8957" providerId="LiveId" clId="{D73F3B29-C4DE-43E7-AFB3-E9D60B4C450F}" dt="2026-04-17T02:42:22.242" v="735" actId="14100"/>
          <ac:picMkLst>
            <pc:docMk/>
            <pc:sldMk cId="646453598" sldId="260"/>
            <ac:picMk id="4" creationId="{FE84ADF3-2675-F3C6-C1FD-361C6F86BA03}"/>
          </ac:picMkLst>
        </pc:picChg>
        <pc:picChg chg="add mod">
          <ac:chgData name="Fabiola Laplante" userId="89844c59c5af8957" providerId="LiveId" clId="{D73F3B29-C4DE-43E7-AFB3-E9D60B4C450F}" dt="2026-04-20T17:48:12.924" v="1810" actId="1076"/>
          <ac:picMkLst>
            <pc:docMk/>
            <pc:sldMk cId="646453598" sldId="260"/>
            <ac:picMk id="5" creationId="{720AEAD3-88B9-ED97-219E-0D7F1306D0B4}"/>
          </ac:picMkLst>
        </pc:picChg>
        <pc:picChg chg="mod">
          <ac:chgData name="Fabiola Laplante" userId="89844c59c5af8957" providerId="LiveId" clId="{D73F3B29-C4DE-43E7-AFB3-E9D60B4C450F}" dt="2026-04-17T02:41:37.115" v="734" actId="1076"/>
          <ac:picMkLst>
            <pc:docMk/>
            <pc:sldMk cId="646453598" sldId="260"/>
            <ac:picMk id="6" creationId="{577EA220-8FFF-1C7D-9764-411ACE141686}"/>
          </ac:picMkLst>
        </pc:picChg>
        <pc:picChg chg="mod ord">
          <ac:chgData name="Fabiola Laplante" userId="89844c59c5af8957" providerId="LiveId" clId="{D73F3B29-C4DE-43E7-AFB3-E9D60B4C450F}" dt="2026-04-20T17:48:19.566" v="1814" actId="14100"/>
          <ac:picMkLst>
            <pc:docMk/>
            <pc:sldMk cId="646453598" sldId="260"/>
            <ac:picMk id="9" creationId="{A567CB7D-A6B1-6EBD-A06E-C7F543942E09}"/>
          </ac:picMkLst>
        </pc:picChg>
        <pc:picChg chg="mod">
          <ac:chgData name="Fabiola Laplante" userId="89844c59c5af8957" providerId="LiveId" clId="{D73F3B29-C4DE-43E7-AFB3-E9D60B4C450F}" dt="2026-04-17T02:42:40.778" v="738" actId="14100"/>
          <ac:picMkLst>
            <pc:docMk/>
            <pc:sldMk cId="646453598" sldId="260"/>
            <ac:picMk id="12" creationId="{112980D2-2EBE-246F-F484-7EB5D3BF17DC}"/>
          </ac:picMkLst>
        </pc:picChg>
        <pc:picChg chg="mod">
          <ac:chgData name="Fabiola Laplante" userId="89844c59c5af8957" providerId="LiveId" clId="{D73F3B29-C4DE-43E7-AFB3-E9D60B4C450F}" dt="2026-04-17T02:55:54.971" v="1014" actId="1076"/>
          <ac:picMkLst>
            <pc:docMk/>
            <pc:sldMk cId="646453598" sldId="260"/>
            <ac:picMk id="13" creationId="{4ED90EDF-1C4C-E825-5C13-FB3A15727045}"/>
          </ac:picMkLst>
        </pc:picChg>
        <pc:picChg chg="mod">
          <ac:chgData name="Fabiola Laplante" userId="89844c59c5af8957" providerId="LiveId" clId="{D73F3B29-C4DE-43E7-AFB3-E9D60B4C450F}" dt="2026-04-17T02:41:33.231" v="732" actId="14100"/>
          <ac:picMkLst>
            <pc:docMk/>
            <pc:sldMk cId="646453598" sldId="260"/>
            <ac:picMk id="17" creationId="{C76A0C54-7E95-9C44-9293-2ED329C3C4E7}"/>
          </ac:picMkLst>
        </pc:picChg>
        <pc:picChg chg="add mod">
          <ac:chgData name="Fabiola Laplante" userId="89844c59c5af8957" providerId="LiveId" clId="{D73F3B29-C4DE-43E7-AFB3-E9D60B4C450F}" dt="2026-04-17T02:55:59.599" v="1016" actId="1076"/>
          <ac:picMkLst>
            <pc:docMk/>
            <pc:sldMk cId="646453598" sldId="260"/>
            <ac:picMk id="5122" creationId="{9765EC2A-6B3E-5A89-9423-D78AF22A1D6B}"/>
          </ac:picMkLst>
        </pc:picChg>
      </pc:sldChg>
      <pc:sldChg chg="addSp delSp modSp new add del mod ord modTransition setBg addAnim delAnim modAnim modNotesTx">
        <pc:chgData name="Fabiola Laplante" userId="89844c59c5af8957" providerId="LiveId" clId="{D73F3B29-C4DE-43E7-AFB3-E9D60B4C450F}" dt="2026-04-20T23:37:21.813" v="3576" actId="20577"/>
        <pc:sldMkLst>
          <pc:docMk/>
          <pc:sldMk cId="2761155204" sldId="261"/>
        </pc:sldMkLst>
        <pc:spChg chg="add del mod">
          <ac:chgData name="Fabiola Laplante" userId="89844c59c5af8957" providerId="LiveId" clId="{D73F3B29-C4DE-43E7-AFB3-E9D60B4C450F}" dt="2026-04-20T17:32:51.235" v="1683" actId="478"/>
          <ac:spMkLst>
            <pc:docMk/>
            <pc:sldMk cId="2761155204" sldId="261"/>
            <ac:spMk id="2" creationId="{04B124A5-4AB9-1961-C0FC-5D3692A331F5}"/>
          </ac:spMkLst>
        </pc:spChg>
        <pc:spChg chg="add del mod">
          <ac:chgData name="Fabiola Laplante" userId="89844c59c5af8957" providerId="LiveId" clId="{D73F3B29-C4DE-43E7-AFB3-E9D60B4C450F}" dt="2026-04-20T17:32:51.941" v="1684" actId="478"/>
          <ac:spMkLst>
            <pc:docMk/>
            <pc:sldMk cId="2761155204" sldId="261"/>
            <ac:spMk id="3" creationId="{8A2495CC-1DBE-46A0-7237-CEF1C9BEC7CF}"/>
          </ac:spMkLst>
        </pc:spChg>
        <pc:spChg chg="add del mod">
          <ac:chgData name="Fabiola Laplante" userId="89844c59c5af8957" providerId="LiveId" clId="{D73F3B29-C4DE-43E7-AFB3-E9D60B4C450F}" dt="2026-04-20T17:32:52.753" v="1685" actId="478"/>
          <ac:spMkLst>
            <pc:docMk/>
            <pc:sldMk cId="2761155204" sldId="261"/>
            <ac:spMk id="4" creationId="{017E4D46-5B98-AE7A-7749-E842DF9EDD5E}"/>
          </ac:spMkLst>
        </pc:spChg>
        <pc:spChg chg="add del mod">
          <ac:chgData name="Fabiola Laplante" userId="89844c59c5af8957" providerId="LiveId" clId="{D73F3B29-C4DE-43E7-AFB3-E9D60B4C450F}" dt="2026-04-20T17:32:53.246" v="1686" actId="478"/>
          <ac:spMkLst>
            <pc:docMk/>
            <pc:sldMk cId="2761155204" sldId="261"/>
            <ac:spMk id="5" creationId="{2436C1A0-D606-A12F-EAD9-C2D37F83818B}"/>
          </ac:spMkLst>
        </pc:spChg>
        <pc:spChg chg="add mod">
          <ac:chgData name="Fabiola Laplante" userId="89844c59c5af8957" providerId="LiveId" clId="{D73F3B29-C4DE-43E7-AFB3-E9D60B4C450F}" dt="2026-04-20T17:52:12.769" v="1841" actId="207"/>
          <ac:spMkLst>
            <pc:docMk/>
            <pc:sldMk cId="2761155204" sldId="261"/>
            <ac:spMk id="6" creationId="{465847C1-6392-1D7D-5603-36FC54A5E3C2}"/>
          </ac:spMkLst>
        </pc:spChg>
        <pc:spChg chg="add mod">
          <ac:chgData name="Fabiola Laplante" userId="89844c59c5af8957" providerId="LiveId" clId="{D73F3B29-C4DE-43E7-AFB3-E9D60B4C450F}" dt="2026-04-20T17:57:07.077" v="1874" actId="1076"/>
          <ac:spMkLst>
            <pc:docMk/>
            <pc:sldMk cId="2761155204" sldId="261"/>
            <ac:spMk id="7" creationId="{E98FEF8B-A96E-5A1F-669A-19AA1A19A897}"/>
          </ac:spMkLst>
        </pc:spChg>
        <pc:spChg chg="add del mod topLvl">
          <ac:chgData name="Fabiola Laplante" userId="89844c59c5af8957" providerId="LiveId" clId="{D73F3B29-C4DE-43E7-AFB3-E9D60B4C450F}" dt="2026-04-20T17:35:46.324" v="1710" actId="478"/>
          <ac:spMkLst>
            <pc:docMk/>
            <pc:sldMk cId="2761155204" sldId="261"/>
            <ac:spMk id="8" creationId="{B35D527A-AA24-51BB-3C25-0FA79F975F6B}"/>
          </ac:spMkLst>
        </pc:spChg>
        <pc:spChg chg="add mod">
          <ac:chgData name="Fabiola Laplante" userId="89844c59c5af8957" providerId="LiveId" clId="{D73F3B29-C4DE-43E7-AFB3-E9D60B4C450F}" dt="2026-04-20T17:38:48.751" v="1752" actId="1076"/>
          <ac:spMkLst>
            <pc:docMk/>
            <pc:sldMk cId="2761155204" sldId="261"/>
            <ac:spMk id="11" creationId="{227C28BA-CF91-5EA5-4E03-AF2B96DA6A02}"/>
          </ac:spMkLst>
        </pc:spChg>
        <pc:spChg chg="add mod">
          <ac:chgData name="Fabiola Laplante" userId="89844c59c5af8957" providerId="LiveId" clId="{D73F3B29-C4DE-43E7-AFB3-E9D60B4C450F}" dt="2026-04-20T17:52:41.468" v="1844" actId="207"/>
          <ac:spMkLst>
            <pc:docMk/>
            <pc:sldMk cId="2761155204" sldId="261"/>
            <ac:spMk id="13" creationId="{4F270B38-FBB2-7AEE-1FFF-FFEE3A901FAF}"/>
          </ac:spMkLst>
        </pc:spChg>
        <pc:spChg chg="add mod">
          <ac:chgData name="Fabiola Laplante" userId="89844c59c5af8957" providerId="LiveId" clId="{D73F3B29-C4DE-43E7-AFB3-E9D60B4C450F}" dt="2026-04-20T17:52:28.471" v="1842" actId="207"/>
          <ac:spMkLst>
            <pc:docMk/>
            <pc:sldMk cId="2761155204" sldId="261"/>
            <ac:spMk id="14" creationId="{2C6456D6-D665-9678-0765-E31D684FDC47}"/>
          </ac:spMkLst>
        </pc:spChg>
        <pc:spChg chg="add mod ord">
          <ac:chgData name="Fabiola Laplante" userId="89844c59c5af8957" providerId="LiveId" clId="{D73F3B29-C4DE-43E7-AFB3-E9D60B4C450F}" dt="2026-04-20T18:33:01.887" v="2012" actId="1076"/>
          <ac:spMkLst>
            <pc:docMk/>
            <pc:sldMk cId="2761155204" sldId="261"/>
            <ac:spMk id="15" creationId="{2959BD34-A8C0-53D7-38FB-A8D9D90929A9}"/>
          </ac:spMkLst>
        </pc:spChg>
        <pc:spChg chg="add mod ord">
          <ac:chgData name="Fabiola Laplante" userId="89844c59c5af8957" providerId="LiveId" clId="{D73F3B29-C4DE-43E7-AFB3-E9D60B4C450F}" dt="2026-04-20T18:19:23.205" v="1935" actId="207"/>
          <ac:spMkLst>
            <pc:docMk/>
            <pc:sldMk cId="2761155204" sldId="261"/>
            <ac:spMk id="16" creationId="{2A59D53D-531E-9EC3-50EC-CC2622102AE2}"/>
          </ac:spMkLst>
        </pc:spChg>
        <pc:spChg chg="add del mod ord">
          <ac:chgData name="Fabiola Laplante" userId="89844c59c5af8957" providerId="LiveId" clId="{D73F3B29-C4DE-43E7-AFB3-E9D60B4C450F}" dt="2026-04-20T18:00:11.095" v="1894" actId="478"/>
          <ac:spMkLst>
            <pc:docMk/>
            <pc:sldMk cId="2761155204" sldId="261"/>
            <ac:spMk id="17" creationId="{EC2FEFF0-30D9-5BD5-C75E-E25C1B1FE3AE}"/>
          </ac:spMkLst>
        </pc:spChg>
        <pc:spChg chg="add del mod ord">
          <ac:chgData name="Fabiola Laplante" userId="89844c59c5af8957" providerId="LiveId" clId="{D73F3B29-C4DE-43E7-AFB3-E9D60B4C450F}" dt="2026-04-20T18:00:12.578" v="1895" actId="478"/>
          <ac:spMkLst>
            <pc:docMk/>
            <pc:sldMk cId="2761155204" sldId="261"/>
            <ac:spMk id="18" creationId="{ADABD207-B682-5323-0C91-9C356D5BDC8B}"/>
          </ac:spMkLst>
        </pc:spChg>
        <pc:spChg chg="add mod ord">
          <ac:chgData name="Fabiola Laplante" userId="89844c59c5af8957" providerId="LiveId" clId="{D73F3B29-C4DE-43E7-AFB3-E9D60B4C450F}" dt="2026-04-20T18:04:47.243" v="1919" actId="14100"/>
          <ac:spMkLst>
            <pc:docMk/>
            <pc:sldMk cId="2761155204" sldId="261"/>
            <ac:spMk id="19" creationId="{9FC639BA-5FAC-BD5A-1D89-019AE115365F}"/>
          </ac:spMkLst>
        </pc:spChg>
        <pc:grpChg chg="add del mod">
          <ac:chgData name="Fabiola Laplante" userId="89844c59c5af8957" providerId="LiveId" clId="{D73F3B29-C4DE-43E7-AFB3-E9D60B4C450F}" dt="2026-04-20T17:35:31.811" v="1704" actId="165"/>
          <ac:grpSpMkLst>
            <pc:docMk/>
            <pc:sldMk cId="2761155204" sldId="261"/>
            <ac:grpSpMk id="9" creationId="{AE939589-355D-7E0D-F0E6-6651EFFF621D}"/>
          </ac:grpSpMkLst>
        </pc:grpChg>
        <pc:grpChg chg="add del mod">
          <ac:chgData name="Fabiola Laplante" userId="89844c59c5af8957" providerId="LiveId" clId="{D73F3B29-C4DE-43E7-AFB3-E9D60B4C450F}" dt="2026-04-20T17:35:40.435" v="1708" actId="165"/>
          <ac:grpSpMkLst>
            <pc:docMk/>
            <pc:sldMk cId="2761155204" sldId="261"/>
            <ac:grpSpMk id="10" creationId="{ADDEC00F-68FA-9BF3-517B-B85F8BD96169}"/>
          </ac:grpSpMkLst>
        </pc:grpChg>
        <pc:grpChg chg="add del mod">
          <ac:chgData name="Fabiola Laplante" userId="89844c59c5af8957" providerId="LiveId" clId="{D73F3B29-C4DE-43E7-AFB3-E9D60B4C450F}" dt="2026-04-20T18:46:30.550" v="2031" actId="478"/>
          <ac:grpSpMkLst>
            <pc:docMk/>
            <pc:sldMk cId="2761155204" sldId="261"/>
            <ac:grpSpMk id="12" creationId="{748C8EA8-62DE-7F82-58BD-31A5BA614954}"/>
          </ac:grpSpMkLst>
        </pc:grpChg>
        <pc:graphicFrameChg chg="add del modGraphic">
          <ac:chgData name="Fabiola Laplante" userId="89844c59c5af8957" providerId="LiveId" clId="{D73F3B29-C4DE-43E7-AFB3-E9D60B4C450F}" dt="2026-04-20T18:25:17.996" v="1940" actId="27310"/>
          <ac:graphicFrameMkLst>
            <pc:docMk/>
            <pc:sldMk cId="2761155204" sldId="261"/>
            <ac:graphicFrameMk id="21" creationId="{C9001862-F559-7411-0E60-65B2F69558F7}"/>
          </ac:graphicFrameMkLst>
        </pc:graphicFrameChg>
        <pc:graphicFrameChg chg="add del modGraphic">
          <ac:chgData name="Fabiola Laplante" userId="89844c59c5af8957" providerId="LiveId" clId="{D73F3B29-C4DE-43E7-AFB3-E9D60B4C450F}" dt="2026-04-20T18:26:08.297" v="1942" actId="478"/>
          <ac:graphicFrameMkLst>
            <pc:docMk/>
            <pc:sldMk cId="2761155204" sldId="261"/>
            <ac:graphicFrameMk id="23" creationId="{756BBAC0-4FF3-7619-2E29-4A40ECF0E15C}"/>
          </ac:graphicFrameMkLst>
        </pc:graphicFrameChg>
        <pc:graphicFrameChg chg="add del modGraphic">
          <ac:chgData name="Fabiola Laplante" userId="89844c59c5af8957" providerId="LiveId" clId="{D73F3B29-C4DE-43E7-AFB3-E9D60B4C450F}" dt="2026-04-20T18:26:34.394" v="1944" actId="27309"/>
          <ac:graphicFrameMkLst>
            <pc:docMk/>
            <pc:sldMk cId="2761155204" sldId="261"/>
            <ac:graphicFrameMk id="25" creationId="{15F18E4A-7481-73E8-679D-F6A921BBD494}"/>
          </ac:graphicFrameMkLst>
        </pc:graphicFrameChg>
        <pc:graphicFrameChg chg="add del modGraphic">
          <ac:chgData name="Fabiola Laplante" userId="89844c59c5af8957" providerId="LiveId" clId="{D73F3B29-C4DE-43E7-AFB3-E9D60B4C450F}" dt="2026-04-20T18:28:00.708" v="1957" actId="478"/>
          <ac:graphicFrameMkLst>
            <pc:docMk/>
            <pc:sldMk cId="2761155204" sldId="261"/>
            <ac:graphicFrameMk id="27" creationId="{EBA610EB-6039-F428-9279-6D6B741D6C20}"/>
          </ac:graphicFrameMkLst>
        </pc:graphicFrameChg>
        <pc:graphicFrameChg chg="add del modGraphic">
          <ac:chgData name="Fabiola Laplante" userId="89844c59c5af8957" providerId="LiveId" clId="{D73F3B29-C4DE-43E7-AFB3-E9D60B4C450F}" dt="2026-04-20T18:27:58.975" v="1956" actId="478"/>
          <ac:graphicFrameMkLst>
            <pc:docMk/>
            <pc:sldMk cId="2761155204" sldId="261"/>
            <ac:graphicFrameMk id="29" creationId="{58476B34-78EF-5CC8-9097-6332023C062A}"/>
          </ac:graphicFrameMkLst>
        </pc:graphicFrameChg>
        <pc:graphicFrameChg chg="add del modGraphic">
          <ac:chgData name="Fabiola Laplante" userId="89844c59c5af8957" providerId="LiveId" clId="{D73F3B29-C4DE-43E7-AFB3-E9D60B4C450F}" dt="2026-04-20T18:30:52.499" v="1976" actId="478"/>
          <ac:graphicFrameMkLst>
            <pc:docMk/>
            <pc:sldMk cId="2761155204" sldId="261"/>
            <ac:graphicFrameMk id="31" creationId="{D56E52D8-84E1-022B-EF4A-43997978092E}"/>
          </ac:graphicFrameMkLst>
        </pc:graphicFrameChg>
        <pc:graphicFrameChg chg="add del mod modGraphic">
          <ac:chgData name="Fabiola Laplante" userId="89844c59c5af8957" providerId="LiveId" clId="{D73F3B29-C4DE-43E7-AFB3-E9D60B4C450F}" dt="2026-04-20T18:45:32.127" v="2025" actId="478"/>
          <ac:graphicFrameMkLst>
            <pc:docMk/>
            <pc:sldMk cId="2761155204" sldId="261"/>
            <ac:graphicFrameMk id="33" creationId="{3BFA1557-3294-1307-68E7-7084239648FA}"/>
          </ac:graphicFrameMkLst>
        </pc:graphicFrameChg>
        <pc:graphicFrameChg chg="add mod modGraphic">
          <ac:chgData name="Fabiola Laplante" userId="89844c59c5af8957" providerId="LiveId" clId="{D73F3B29-C4DE-43E7-AFB3-E9D60B4C450F}" dt="2026-04-20T18:47:29.463" v="2040" actId="1076"/>
          <ac:graphicFrameMkLst>
            <pc:docMk/>
            <pc:sldMk cId="2761155204" sldId="261"/>
            <ac:graphicFrameMk id="35" creationId="{2D0C3233-B2FC-C970-31A3-922855FAC240}"/>
          </ac:graphicFrameMkLst>
        </pc:graphicFrameChg>
        <pc:picChg chg="add mod">
          <ac:chgData name="Fabiola Laplante" userId="89844c59c5af8957" providerId="LiveId" clId="{D73F3B29-C4DE-43E7-AFB3-E9D60B4C450F}" dt="2026-04-20T17:16:32.728" v="1549" actId="14100"/>
          <ac:picMkLst>
            <pc:docMk/>
            <pc:sldMk cId="2761155204" sldId="261"/>
            <ac:picMk id="1026" creationId="{A9733A68-BA31-4163-1099-0DF2DCAEA3E0}"/>
          </ac:picMkLst>
        </pc:picChg>
        <pc:picChg chg="add mod topLvl">
          <ac:chgData name="Fabiola Laplante" userId="89844c59c5af8957" providerId="LiveId" clId="{D73F3B29-C4DE-43E7-AFB3-E9D60B4C450F}" dt="2026-04-20T17:38:48.751" v="1752" actId="1076"/>
          <ac:picMkLst>
            <pc:docMk/>
            <pc:sldMk cId="2761155204" sldId="261"/>
            <ac:picMk id="1028" creationId="{F0C454F6-7D04-1195-AD76-919897086042}"/>
          </ac:picMkLst>
        </pc:picChg>
      </pc:sldChg>
      <pc:sldChg chg="addSp modSp new del mod ord modTransition setBg addAnim delAnim modAnim">
        <pc:chgData name="Fabiola Laplante" userId="89844c59c5af8957" providerId="LiveId" clId="{D73F3B29-C4DE-43E7-AFB3-E9D60B4C450F}" dt="2026-04-20T17:33:22.797" v="1693" actId="47"/>
        <pc:sldMkLst>
          <pc:docMk/>
          <pc:sldMk cId="569708106" sldId="262"/>
        </pc:sldMkLst>
        <pc:spChg chg="add mod">
          <ac:chgData name="Fabiola Laplante" userId="89844c59c5af8957" providerId="LiveId" clId="{D73F3B29-C4DE-43E7-AFB3-E9D60B4C450F}" dt="2026-04-20T17:33:00.583" v="1687" actId="1076"/>
          <ac:spMkLst>
            <pc:docMk/>
            <pc:sldMk cId="569708106" sldId="262"/>
            <ac:spMk id="2" creationId="{3BBBC8A9-6E00-C714-9711-E3746F20C72C}"/>
          </ac:spMkLst>
        </pc:spChg>
        <pc:spChg chg="add mod">
          <ac:chgData name="Fabiola Laplante" userId="89844c59c5af8957" providerId="LiveId" clId="{D73F3B29-C4DE-43E7-AFB3-E9D60B4C450F}" dt="2026-04-20T17:30:50.484" v="1677" actId="1076"/>
          <ac:spMkLst>
            <pc:docMk/>
            <pc:sldMk cId="569708106" sldId="262"/>
            <ac:spMk id="3" creationId="{3B7CA576-7C65-71AE-B522-852372B7F8C7}"/>
          </ac:spMkLst>
        </pc:spChg>
        <pc:spChg chg="add mod ord">
          <ac:chgData name="Fabiola Laplante" userId="89844c59c5af8957" providerId="LiveId" clId="{D73F3B29-C4DE-43E7-AFB3-E9D60B4C450F}" dt="2026-04-20T17:30:42.713" v="1673" actId="1076"/>
          <ac:spMkLst>
            <pc:docMk/>
            <pc:sldMk cId="569708106" sldId="262"/>
            <ac:spMk id="4" creationId="{6C4D0746-B943-6E59-05CC-F1F1CF38777E}"/>
          </ac:spMkLst>
        </pc:spChg>
      </pc:sldChg>
      <pc:sldChg chg="addSp modSp new del mod">
        <pc:chgData name="Fabiola Laplante" userId="89844c59c5af8957" providerId="LiveId" clId="{D73F3B29-C4DE-43E7-AFB3-E9D60B4C450F}" dt="2026-04-20T18:30:23.134" v="1974" actId="47"/>
        <pc:sldMkLst>
          <pc:docMk/>
          <pc:sldMk cId="2077312906" sldId="262"/>
        </pc:sldMkLst>
        <pc:graphicFrameChg chg="add modGraphic">
          <ac:chgData name="Fabiola Laplante" userId="89844c59c5af8957" providerId="LiveId" clId="{D73F3B29-C4DE-43E7-AFB3-E9D60B4C450F}" dt="2026-04-20T18:30:17.776" v="1973" actId="27022"/>
          <ac:graphicFrameMkLst>
            <pc:docMk/>
            <pc:sldMk cId="2077312906" sldId="262"/>
            <ac:graphicFrameMk id="5" creationId="{35A06EB3-896C-E17E-C2EC-E9EAD11BB210}"/>
          </ac:graphicFrameMkLst>
        </pc:graphicFrameChg>
      </pc:sldChg>
      <pc:sldChg chg="addSp modSp new del mod">
        <pc:chgData name="Fabiola Laplante" userId="89844c59c5af8957" providerId="LiveId" clId="{D73F3B29-C4DE-43E7-AFB3-E9D60B4C450F}" dt="2026-04-20T18:25:00.751" v="1937" actId="47"/>
        <pc:sldMkLst>
          <pc:docMk/>
          <pc:sldMk cId="2425826709" sldId="262"/>
        </pc:sldMkLst>
        <pc:graphicFrameChg chg="add modGraphic">
          <ac:chgData name="Fabiola Laplante" userId="89844c59c5af8957" providerId="LiveId" clId="{D73F3B29-C4DE-43E7-AFB3-E9D60B4C450F}" dt="2026-04-20T18:24:03.664" v="1936" actId="27022"/>
          <ac:graphicFrameMkLst>
            <pc:docMk/>
            <pc:sldMk cId="2425826709" sldId="262"/>
            <ac:graphicFrameMk id="5" creationId="{503F98A0-B0E6-D5BA-476A-9406D0E1EF61}"/>
          </ac:graphicFrameMkLst>
        </pc:graphicFrameChg>
      </pc:sldChg>
      <pc:sldChg chg="addSp delSp modSp add del mod ord modTransition delAnim modAnim">
        <pc:chgData name="Fabiola Laplante" userId="89844c59c5af8957" providerId="LiveId" clId="{D73F3B29-C4DE-43E7-AFB3-E9D60B4C450F}" dt="2026-04-20T18:45:27.025" v="2022" actId="47"/>
        <pc:sldMkLst>
          <pc:docMk/>
          <pc:sldMk cId="2459906804" sldId="262"/>
        </pc:sldMkLst>
        <pc:spChg chg="del mod">
          <ac:chgData name="Fabiola Laplante" userId="89844c59c5af8957" providerId="LiveId" clId="{D73F3B29-C4DE-43E7-AFB3-E9D60B4C450F}" dt="2026-04-20T18:31:05.328" v="1981" actId="478"/>
          <ac:spMkLst>
            <pc:docMk/>
            <pc:sldMk cId="2459906804" sldId="262"/>
            <ac:spMk id="3" creationId="{B1CF5437-3AB5-E297-E7D9-BDDD5F762C0B}"/>
          </ac:spMkLst>
        </pc:spChg>
        <pc:spChg chg="add del mod">
          <ac:chgData name="Fabiola Laplante" userId="89844c59c5af8957" providerId="LiveId" clId="{D73F3B29-C4DE-43E7-AFB3-E9D60B4C450F}" dt="2026-04-20T18:31:17.711" v="1996" actId="478"/>
          <ac:spMkLst>
            <pc:docMk/>
            <pc:sldMk cId="2459906804" sldId="262"/>
            <ac:spMk id="8" creationId="{5F9BE250-83F7-D811-9701-4533CD3A0000}"/>
          </ac:spMkLst>
        </pc:spChg>
        <pc:picChg chg="del">
          <ac:chgData name="Fabiola Laplante" userId="89844c59c5af8957" providerId="LiveId" clId="{D73F3B29-C4DE-43E7-AFB3-E9D60B4C450F}" dt="2026-04-20T18:31:06.918" v="1982" actId="478"/>
          <ac:picMkLst>
            <pc:docMk/>
            <pc:sldMk cId="2459906804" sldId="262"/>
            <ac:picMk id="5" creationId="{07B008B0-BDA9-0E9A-60EC-39AD13A76552}"/>
          </ac:picMkLst>
        </pc:picChg>
        <pc:picChg chg="del">
          <ac:chgData name="Fabiola Laplante" userId="89844c59c5af8957" providerId="LiveId" clId="{D73F3B29-C4DE-43E7-AFB3-E9D60B4C450F}" dt="2026-04-20T18:31:18.455" v="1997" actId="478"/>
          <ac:picMkLst>
            <pc:docMk/>
            <pc:sldMk cId="2459906804" sldId="262"/>
            <ac:picMk id="6" creationId="{2B6F6A78-4D43-AE00-038F-12F547271357}"/>
          </ac:picMkLst>
        </pc:picChg>
        <pc:picChg chg="mod">
          <ac:chgData name="Fabiola Laplante" userId="89844c59c5af8957" providerId="LiveId" clId="{D73F3B29-C4DE-43E7-AFB3-E9D60B4C450F}" dt="2026-04-20T18:32:59.846" v="2011" actId="1076"/>
          <ac:picMkLst>
            <pc:docMk/>
            <pc:sldMk cId="2459906804" sldId="262"/>
            <ac:picMk id="7" creationId="{1F142C64-FA4F-B903-1FDD-0A0159338564}"/>
          </ac:picMkLst>
        </pc:picChg>
        <pc:picChg chg="del">
          <ac:chgData name="Fabiola Laplante" userId="89844c59c5af8957" providerId="LiveId" clId="{D73F3B29-C4DE-43E7-AFB3-E9D60B4C450F}" dt="2026-04-20T18:31:14.644" v="1994" actId="478"/>
          <ac:picMkLst>
            <pc:docMk/>
            <pc:sldMk cId="2459906804" sldId="262"/>
            <ac:picMk id="12" creationId="{6C9D73B0-25C9-A3BC-6452-6E7E910EAC01}"/>
          </ac:picMkLst>
        </pc:picChg>
        <pc:picChg chg="del">
          <ac:chgData name="Fabiola Laplante" userId="89844c59c5af8957" providerId="LiveId" clId="{D73F3B29-C4DE-43E7-AFB3-E9D60B4C450F}" dt="2026-04-20T18:31:15.615" v="1995" actId="478"/>
          <ac:picMkLst>
            <pc:docMk/>
            <pc:sldMk cId="2459906804" sldId="262"/>
            <ac:picMk id="14" creationId="{1A02FBE3-8912-B82A-7749-CCFF9B30C120}"/>
          </ac:picMkLst>
        </pc:picChg>
        <pc:picChg chg="del">
          <ac:chgData name="Fabiola Laplante" userId="89844c59c5af8957" providerId="LiveId" clId="{D73F3B29-C4DE-43E7-AFB3-E9D60B4C450F}" dt="2026-04-20T18:31:11.635" v="1989" actId="478"/>
          <ac:picMkLst>
            <pc:docMk/>
            <pc:sldMk cId="2459906804" sldId="262"/>
            <ac:picMk id="16" creationId="{35458F86-0EAE-897F-9009-D3A3AFB766C3}"/>
          </ac:picMkLst>
        </pc:picChg>
        <pc:picChg chg="del mod">
          <ac:chgData name="Fabiola Laplante" userId="89844c59c5af8957" providerId="LiveId" clId="{D73F3B29-C4DE-43E7-AFB3-E9D60B4C450F}" dt="2026-04-20T18:31:12.100" v="1991" actId="478"/>
          <ac:picMkLst>
            <pc:docMk/>
            <pc:sldMk cId="2459906804" sldId="262"/>
            <ac:picMk id="19" creationId="{B77DE597-AE46-62DF-81CE-C9D4E3210E87}"/>
          </ac:picMkLst>
        </pc:picChg>
        <pc:picChg chg="del">
          <ac:chgData name="Fabiola Laplante" userId="89844c59c5af8957" providerId="LiveId" clId="{D73F3B29-C4DE-43E7-AFB3-E9D60B4C450F}" dt="2026-04-20T18:31:10.978" v="1988" actId="478"/>
          <ac:picMkLst>
            <pc:docMk/>
            <pc:sldMk cId="2459906804" sldId="262"/>
            <ac:picMk id="21" creationId="{362643C1-C585-F3C3-B05C-A5A837CF5658}"/>
          </ac:picMkLst>
        </pc:picChg>
        <pc:picChg chg="del">
          <ac:chgData name="Fabiola Laplante" userId="89844c59c5af8957" providerId="LiveId" clId="{D73F3B29-C4DE-43E7-AFB3-E9D60B4C450F}" dt="2026-04-20T18:31:13.432" v="1992" actId="478"/>
          <ac:picMkLst>
            <pc:docMk/>
            <pc:sldMk cId="2459906804" sldId="262"/>
            <ac:picMk id="22" creationId="{3FAE1C5E-47B4-C71C-98CF-E3B8A4A9661D}"/>
          </ac:picMkLst>
        </pc:picChg>
        <pc:picChg chg="del">
          <ac:chgData name="Fabiola Laplante" userId="89844c59c5af8957" providerId="LiveId" clId="{D73F3B29-C4DE-43E7-AFB3-E9D60B4C450F}" dt="2026-04-20T18:31:08.182" v="1984" actId="478"/>
          <ac:picMkLst>
            <pc:docMk/>
            <pc:sldMk cId="2459906804" sldId="262"/>
            <ac:picMk id="35" creationId="{08EFDD82-3FD6-2402-F44C-B0D12BEF2649}"/>
          </ac:picMkLst>
        </pc:picChg>
        <pc:picChg chg="del">
          <ac:chgData name="Fabiola Laplante" userId="89844c59c5af8957" providerId="LiveId" clId="{D73F3B29-C4DE-43E7-AFB3-E9D60B4C450F}" dt="2026-04-20T18:31:13.927" v="1993" actId="478"/>
          <ac:picMkLst>
            <pc:docMk/>
            <pc:sldMk cId="2459906804" sldId="262"/>
            <ac:picMk id="36" creationId="{AEB26217-1C28-2CED-8FAD-F22D3B90A43F}"/>
          </ac:picMkLst>
        </pc:picChg>
        <pc:picChg chg="del">
          <ac:chgData name="Fabiola Laplante" userId="89844c59c5af8957" providerId="LiveId" clId="{D73F3B29-C4DE-43E7-AFB3-E9D60B4C450F}" dt="2026-04-20T18:31:08.723" v="1985" actId="478"/>
          <ac:picMkLst>
            <pc:docMk/>
            <pc:sldMk cId="2459906804" sldId="262"/>
            <ac:picMk id="37" creationId="{598248B5-701E-6953-F5F2-99C15D27681E}"/>
          </ac:picMkLst>
        </pc:picChg>
        <pc:picChg chg="del">
          <ac:chgData name="Fabiola Laplante" userId="89844c59c5af8957" providerId="LiveId" clId="{D73F3B29-C4DE-43E7-AFB3-E9D60B4C450F}" dt="2026-04-20T18:31:07.710" v="1983" actId="478"/>
          <ac:picMkLst>
            <pc:docMk/>
            <pc:sldMk cId="2459906804" sldId="262"/>
            <ac:picMk id="38" creationId="{3B91CE2D-04BE-F3C0-059B-981DA23036D5}"/>
          </ac:picMkLst>
        </pc:picChg>
        <pc:picChg chg="del">
          <ac:chgData name="Fabiola Laplante" userId="89844c59c5af8957" providerId="LiveId" clId="{D73F3B29-C4DE-43E7-AFB3-E9D60B4C450F}" dt="2026-04-20T18:31:09.267" v="1986" actId="478"/>
          <ac:picMkLst>
            <pc:docMk/>
            <pc:sldMk cId="2459906804" sldId="262"/>
            <ac:picMk id="39" creationId="{87B5BB39-7C58-B4F4-3FD1-1E0D5A2CDE19}"/>
          </ac:picMkLst>
        </pc:picChg>
        <pc:picChg chg="del">
          <ac:chgData name="Fabiola Laplante" userId="89844c59c5af8957" providerId="LiveId" clId="{D73F3B29-C4DE-43E7-AFB3-E9D60B4C450F}" dt="2026-04-20T18:31:10.321" v="1987" actId="478"/>
          <ac:picMkLst>
            <pc:docMk/>
            <pc:sldMk cId="2459906804" sldId="262"/>
            <ac:picMk id="40" creationId="{3D6D1291-0C54-E80C-8583-A77D137C7A3F}"/>
          </ac:picMkLst>
        </pc:picChg>
      </pc:sldChg>
      <pc:sldChg chg="addSp modSp new del mod">
        <pc:chgData name="Fabiola Laplante" userId="89844c59c5af8957" providerId="LiveId" clId="{D73F3B29-C4DE-43E7-AFB3-E9D60B4C450F}" dt="2026-04-20T18:27:39.686" v="1947" actId="47"/>
        <pc:sldMkLst>
          <pc:docMk/>
          <pc:sldMk cId="3156677681" sldId="262"/>
        </pc:sldMkLst>
        <pc:graphicFrameChg chg="add modGraphic">
          <ac:chgData name="Fabiola Laplante" userId="89844c59c5af8957" providerId="LiveId" clId="{D73F3B29-C4DE-43E7-AFB3-E9D60B4C450F}" dt="2026-04-20T18:27:35.322" v="1946" actId="27022"/>
          <ac:graphicFrameMkLst>
            <pc:docMk/>
            <pc:sldMk cId="3156677681" sldId="262"/>
            <ac:graphicFrameMk id="5" creationId="{312069BB-C38D-113C-3689-52839FB82B7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AB900-F969-4863-ACF3-A8BF4A1D2A3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6F792-83F9-456A-AACE-43752DA8D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5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6F792-83F9-456A-AACE-43752DA8DD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02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 – information about each LEGO 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themes – categories/themes of LEGO sets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inventories – links sets to their inventories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inventory_parts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contains part, color, and quantity data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parts – details about individual LEGO parts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colors – color information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part_categories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classification of parts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6F792-83F9-456A-AACE-43752DA8DD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86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6BE3-092D-888F-CA5B-BD96F32AB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58F28-E1CD-7C97-DAFF-CE64E1266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F39F-B18B-CCCF-DBF3-C416491A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0A41D-CDDD-8FD2-6488-4A99C155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CD05-C931-88E2-CAFA-00B1CCC2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3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0CCE-676D-63A6-5E18-9A115B75D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A062E-4E1C-5016-E473-B5A1C1F4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6BDA5-CFDD-7FD1-D8B8-E35DF6B0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9081E-A595-906E-B30C-7AA0266C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802B3-01DD-3BE6-0DD4-ABCF242C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3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33CA-A2EA-514B-1929-8E7A5F68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9C511-C7A4-9D15-6B8D-6908344E0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FDD1E-0372-E645-A766-6EE8282D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1049-8C60-D7BF-9753-D3A9168D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BE4F-F0E7-A266-181F-76029C09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8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A8A8-5C20-C004-CE10-331EF24A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A1F9-993C-AD4F-52DD-898A98C72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B8521-91FC-066A-A1E9-C3F05BE69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CF5A5-B8E1-4925-B5CB-2A9B7131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C9AC-D9EF-FAD7-B3ED-E154E0BA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49086-EF36-67C5-A69B-89A3A33E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4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4E8F-E7BF-0703-E556-58401FD6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76452-CBC6-26C6-3F83-724A1698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FE25F-BAEB-486B-8BAA-5E689C7D0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3C578-FEB3-BBA2-F333-759558006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AD17D-680E-27CF-67EF-8591C06F8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E297D-3EEA-0810-80CE-A350C8E8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B3881-B730-25FD-2124-84ED8B3B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87397-3070-ECE7-B212-A55ECA43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7632-74D1-24FE-1BF8-E2CEFCF6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65471-E7F5-748E-EC2A-9A5BCB53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B515F-30FE-0839-F90E-3DC00B1E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F984D-9706-6C64-DABB-064A1889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2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212BC-9889-B485-00EB-97595307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6B48F-7A6A-170F-3571-BF16DD74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BBD83-6989-21C5-17CC-47AC89D9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7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FACA-61B3-7F6D-995A-F2B059A3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7DB0-2389-EBD0-A2DB-E60B5B9A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AD365-954D-FBF3-EEEB-479AF708A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5C283-FC6D-EE6C-4642-6AD579F5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FDA85-798D-8B08-F8A2-6A45168E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65E60-5E55-C39F-6572-F1CCA066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0A31-9163-8402-1460-D5E5248E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AC28D-E0D3-B13A-EFE1-E1329B064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7B160-660B-C2F8-DFC7-690E683E6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9C5AD-EF8A-EE15-CF17-F43AC91C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DD31D-A3FB-CC68-18B3-4404088D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65EBD-E382-47A5-99B2-92402EFC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6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64DB-4E6F-6BE4-A496-03D45919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D87F2-8815-BA40-B7E6-8469F2AEF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D8D26-C493-B823-3F66-7B75DDB1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02819-CB81-84BB-08B3-8DDB922A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85A7-4E11-D8AE-9E06-53AD202F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8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A9B4F-4FDE-8EAA-D696-C4F04E34C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8C84A-DD73-3BC0-4FA3-777D0F043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5E7A-4361-63E6-1986-BC166A80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5C0E4-F2E8-334E-90F5-4583BCC3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45102-BF4A-2D04-8111-02E237E6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1F680-79AE-6C33-FCAC-171A7297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C87C8-ADE6-A776-1B6A-8013412DE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5924-A48C-0741-F230-AA5D866E6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3A0A6-C672-40B9-8CF7-020CA63233D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562B-C598-4EE0-E00D-57C4F6AE5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9715C-1E69-0BE8-7029-F4EE0C2D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1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hyperlink" Target="https://chatgpt.com/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github.com/katisern/lego-database-analysis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kaggle.com/datasets/rtatman/lego-database?select=downloads_schema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959BD34-A8C0-53D7-38FB-A8D9D90929A9}"/>
              </a:ext>
            </a:extLst>
          </p:cNvPr>
          <p:cNvSpPr/>
          <p:nvPr/>
        </p:nvSpPr>
        <p:spPr>
          <a:xfrm>
            <a:off x="685800" y="236062"/>
            <a:ext cx="11241336" cy="6118217"/>
          </a:xfrm>
          <a:prstGeom prst="rect">
            <a:avLst/>
          </a:prstGeom>
          <a:solidFill>
            <a:srgbClr val="EEC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C639BA-5FAC-BD5A-1D89-019AE115365F}"/>
              </a:ext>
            </a:extLst>
          </p:cNvPr>
          <p:cNvSpPr/>
          <p:nvPr/>
        </p:nvSpPr>
        <p:spPr>
          <a:xfrm>
            <a:off x="859971" y="510726"/>
            <a:ext cx="10646229" cy="5708452"/>
          </a:xfrm>
          <a:prstGeom prst="rect">
            <a:avLst/>
          </a:prstGeom>
          <a:solidFill>
            <a:srgbClr val="F2C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59D53D-531E-9EC3-50EC-CC2622102AE2}"/>
              </a:ext>
            </a:extLst>
          </p:cNvPr>
          <p:cNvSpPr/>
          <p:nvPr/>
        </p:nvSpPr>
        <p:spPr>
          <a:xfrm>
            <a:off x="1232141" y="953860"/>
            <a:ext cx="9727715" cy="4950280"/>
          </a:xfrm>
          <a:prstGeom prst="rect">
            <a:avLst/>
          </a:prstGeom>
          <a:solidFill>
            <a:srgbClr val="FFD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65847C1-6392-1D7D-5603-36FC54A5E3C2}"/>
              </a:ext>
            </a:extLst>
          </p:cNvPr>
          <p:cNvSpPr/>
          <p:nvPr/>
        </p:nvSpPr>
        <p:spPr>
          <a:xfrm>
            <a:off x="5789539" y="236062"/>
            <a:ext cx="4917889" cy="1656425"/>
          </a:xfrm>
          <a:prstGeom prst="rightArrow">
            <a:avLst/>
          </a:prstGeom>
          <a:solidFill>
            <a:srgbClr val="EEC6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98FEF8B-A96E-5A1F-669A-19AA1A19A897}"/>
              </a:ext>
            </a:extLst>
          </p:cNvPr>
          <p:cNvSpPr/>
          <p:nvPr/>
        </p:nvSpPr>
        <p:spPr>
          <a:xfrm flipH="1">
            <a:off x="1027555" y="4783254"/>
            <a:ext cx="5311863" cy="1940185"/>
          </a:xfrm>
          <a:prstGeom prst="rightArrow">
            <a:avLst/>
          </a:prstGeom>
          <a:solidFill>
            <a:srgbClr val="EEC6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F270B38-FBB2-7AEE-1FFF-FFEE3A901FAF}"/>
              </a:ext>
            </a:extLst>
          </p:cNvPr>
          <p:cNvSpPr/>
          <p:nvPr/>
        </p:nvSpPr>
        <p:spPr>
          <a:xfrm rot="16200000">
            <a:off x="1165007" y="1229056"/>
            <a:ext cx="3980720" cy="1705287"/>
          </a:xfrm>
          <a:prstGeom prst="rightArrow">
            <a:avLst/>
          </a:prstGeom>
          <a:solidFill>
            <a:srgbClr val="FFEA81"/>
          </a:solidFill>
          <a:ln>
            <a:solidFill>
              <a:srgbClr val="FFDC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C6456D6-D665-9678-0765-E31D684FDC47}"/>
              </a:ext>
            </a:extLst>
          </p:cNvPr>
          <p:cNvSpPr/>
          <p:nvPr/>
        </p:nvSpPr>
        <p:spPr>
          <a:xfrm rot="5400000">
            <a:off x="6732144" y="3450988"/>
            <a:ext cx="4362450" cy="1814764"/>
          </a:xfrm>
          <a:prstGeom prst="rightArrow">
            <a:avLst/>
          </a:prstGeom>
          <a:solidFill>
            <a:srgbClr val="FFEA81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2D0C3233-B2FC-C970-31A3-922855FAC2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0095634"/>
                  </p:ext>
                </p:extLst>
              </p:nvPr>
            </p:nvGraphicFramePr>
            <p:xfrm>
              <a:off x="4545093" y="1814047"/>
              <a:ext cx="3101809" cy="3101809"/>
            </p:xfrm>
            <a:graphic>
              <a:graphicData uri="http://schemas.microsoft.com/office/powerpoint/2016/slidezoom">
                <pslz:sldZm>
                  <pslz:sldZmObj sldId="256" cId="369412282">
                    <pslz:zmPr id="{7B56F47E-6A6A-43CA-89DE-37A184CAF4E7}" returnToParent="0" imageType="cover" transitionDur="1000">
                      <p166:blipFill xmlns:p166="http://schemas.microsoft.com/office/powerpoint/2016/6/main"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101809" cy="31018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2D0C3233-B2FC-C970-31A3-922855FAC2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45093" y="1814047"/>
                <a:ext cx="3101809" cy="31018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1155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>
        <p14:warp dir="in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2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4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0800000">
                                      <p:cBhvr>
                                        <p:cTn id="26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16" grpId="0" animBg="1"/>
      <p:bldP spid="6" grpId="0" animBg="1"/>
      <p:bldP spid="7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46ED6E-F83F-5CEE-C2B1-DC9847CEC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1326" y="180533"/>
            <a:ext cx="2541815" cy="1230085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masis MT Pro Black" panose="02040A04050005020304" pitchFamily="18" charset="0"/>
              </a:rPr>
              <a:t>BY: Fabiola Laplante </a:t>
            </a:r>
          </a:p>
          <a:p>
            <a:pPr algn="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masis MT Pro Black" panose="02040A04050005020304" pitchFamily="18" charset="0"/>
              </a:rPr>
              <a:t>Mackenzie Flecther </a:t>
            </a:r>
          </a:p>
          <a:p>
            <a:pPr algn="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masis MT Pro Black" panose="02040A04050005020304" pitchFamily="18" charset="0"/>
              </a:rPr>
              <a:t>Kaitlin Isern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28C83-92CC-526D-C632-6936A18AF263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EF552-E5B1-5B51-1C16-87CBF0635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40900">
            <a:off x="1462525" y="589157"/>
            <a:ext cx="2142216" cy="21422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69647E-EB65-57DE-FF7A-3A5F32F55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70" y="2958192"/>
            <a:ext cx="1100590" cy="941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33B5B5-AE92-01CD-4DFD-201524936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591" y="2444297"/>
            <a:ext cx="1585766" cy="1585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22AA3B-0ED0-CE62-12E5-93CF90093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31248" flipH="1">
            <a:off x="3487211" y="950052"/>
            <a:ext cx="2133543" cy="14294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20A52F-D630-0A20-DB71-FB014136E1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393" y="3542860"/>
            <a:ext cx="2138860" cy="2138860"/>
          </a:xfrm>
          <a:prstGeom prst="rect">
            <a:avLst/>
          </a:prstGeom>
        </p:spPr>
      </p:pic>
      <p:pic>
        <p:nvPicPr>
          <p:cNvPr id="22" name="Content Placeholder 16">
            <a:extLst>
              <a:ext uri="{FF2B5EF4-FFF2-40B4-BE49-F238E27FC236}">
                <a16:creationId xmlns:a16="http://schemas.microsoft.com/office/drawing/2014/main" id="{C9928460-78DB-5422-7087-0C25F1E78D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-47471" y="1200919"/>
            <a:ext cx="1593498" cy="1593498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151DA35-BA23-076B-09B0-3549E13FA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232" y="5697770"/>
            <a:ext cx="979697" cy="97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D Lego Logo Transparent Background | Citypng">
            <a:extLst>
              <a:ext uri="{FF2B5EF4-FFF2-40B4-BE49-F238E27FC236}">
                <a16:creationId xmlns:a16="http://schemas.microsoft.com/office/drawing/2014/main" id="{02A19655-F36C-5FA9-4CD5-1F48A2E7F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7625" r="91750">
                        <a14:foregroundMark x1="75375" y1="54000" x2="77875" y2="46000"/>
                        <a14:foregroundMark x1="9625" y1="65750" x2="10375" y2="57875"/>
                        <a14:foregroundMark x1="7625" y1="64125" x2="8000" y2="58625"/>
                        <a14:foregroundMark x1="89000" y1="55125" x2="91750" y2="43875"/>
                        <a14:foregroundMark x1="15000" y1="57750" x2="21625" y2="41375"/>
                        <a14:foregroundMark x1="13750" y1="63875" x2="20875" y2="63875"/>
                        <a14:foregroundMark x1="13750" y1="65000" x2="19125" y2="42375"/>
                        <a14:foregroundMark x1="19125" y1="42375" x2="20875" y2="40000"/>
                        <a14:foregroundMark x1="24625" y1="39750" x2="17250" y2="55125"/>
                        <a14:foregroundMark x1="21375" y1="40500" x2="26000" y2="38625"/>
                        <a14:foregroundMark x1="18125" y1="61375" x2="17250" y2="59125"/>
                        <a14:foregroundMark x1="20000" y1="40750" x2="25500" y2="37500"/>
                        <a14:foregroundMark x1="21375" y1="60250" x2="21375" y2="63625"/>
                        <a14:foregroundMark x1="20750" y1="59125" x2="22250" y2="61625"/>
                        <a14:foregroundMark x1="28500" y1="58625" x2="30750" y2="44125"/>
                        <a14:foregroundMark x1="30750" y1="44125" x2="41875" y2="39250"/>
                        <a14:foregroundMark x1="41875" y1="39250" x2="43000" y2="39250"/>
                        <a14:foregroundMark x1="33125" y1="42750" x2="44875" y2="39875"/>
                        <a14:foregroundMark x1="44875" y1="39875" x2="34750" y2="43125"/>
                        <a14:foregroundMark x1="34750" y1="43125" x2="31750" y2="54125"/>
                        <a14:foregroundMark x1="31750" y1="54125" x2="34125" y2="64000"/>
                        <a14:foregroundMark x1="34125" y1="64000" x2="29250" y2="61125"/>
                        <a14:foregroundMark x1="34750" y1="65250" x2="34750" y2="59125"/>
                        <a14:foregroundMark x1="38125" y1="62125" x2="34250" y2="57875"/>
                        <a14:foregroundMark x1="39500" y1="62125" x2="34000" y2="58375"/>
                        <a14:foregroundMark x1="33750" y1="52625" x2="35125" y2="47875"/>
                        <a14:foregroundMark x1="35375" y1="48250" x2="35875" y2="52375"/>
                        <a14:foregroundMark x1="36375" y1="47375" x2="35625" y2="52875"/>
                        <a14:foregroundMark x1="40750" y1="48750" x2="34250" y2="47625"/>
                        <a14:foregroundMark x1="44875" y1="41875" x2="35375" y2="39250"/>
                        <a14:foregroundMark x1="35125" y1="39125" x2="46250" y2="37375"/>
                        <a14:foregroundMark x1="46250" y1="37375" x2="45250" y2="40875"/>
                        <a14:foregroundMark x1="59500" y1="42500" x2="48625" y2="41000"/>
                        <a14:foregroundMark x1="48625" y1="41000" x2="44875" y2="52750"/>
                        <a14:foregroundMark x1="44875" y1="52750" x2="46375" y2="63250"/>
                        <a14:foregroundMark x1="46375" y1="63250" x2="57000" y2="65750"/>
                        <a14:foregroundMark x1="57000" y1="65750" x2="64125" y2="57750"/>
                        <a14:foregroundMark x1="64125" y1="57750" x2="56500" y2="49000"/>
                        <a14:foregroundMark x1="56500" y1="49000" x2="51125" y2="57750"/>
                        <a14:foregroundMark x1="51125" y1="57750" x2="55750" y2="47000"/>
                        <a14:foregroundMark x1="55750" y1="47000" x2="59125" y2="43500"/>
                        <a14:foregroundMark x1="50625" y1="60250" x2="60375" y2="56500"/>
                        <a14:foregroundMark x1="60375" y1="56500" x2="55875" y2="57875"/>
                        <a14:foregroundMark x1="48500" y1="57750" x2="49000" y2="46250"/>
                        <a14:foregroundMark x1="49000" y1="46250" x2="47875" y2="57500"/>
                        <a14:foregroundMark x1="49625" y1="41625" x2="61625" y2="38375"/>
                        <a14:foregroundMark x1="61625" y1="38375" x2="51000" y2="42125"/>
                        <a14:foregroundMark x1="54250" y1="39125" x2="64625" y2="38375"/>
                        <a14:foregroundMark x1="64625" y1="38375" x2="62125" y2="41125"/>
                        <a14:foregroundMark x1="64875" y1="38125" x2="64875" y2="40750"/>
                        <a14:foregroundMark x1="66250" y1="40750" x2="66000" y2="41625"/>
                        <a14:foregroundMark x1="68000" y1="40500" x2="67625" y2="42250"/>
                        <a14:foregroundMark x1="66375" y1="43250" x2="60750" y2="44125"/>
                        <a14:foregroundMark x1="59500" y1="49375" x2="62750" y2="50375"/>
                        <a14:foregroundMark x1="73375" y1="41375" x2="66750" y2="51625"/>
                        <a14:foregroundMark x1="66750" y1="51625" x2="65000" y2="58125"/>
                        <a14:foregroundMark x1="76375" y1="43250" x2="68375" y2="53625"/>
                        <a14:foregroundMark x1="68375" y1="53625" x2="67375" y2="57500"/>
                        <a14:foregroundMark x1="74750" y1="41125" x2="84125" y2="41375"/>
                        <a14:foregroundMark x1="74500" y1="40500" x2="85000" y2="39500"/>
                        <a14:foregroundMark x1="85000" y1="39500" x2="85750" y2="40500"/>
                        <a14:foregroundMark x1="72625" y1="40250" x2="84125" y2="37000"/>
                        <a14:foregroundMark x1="84125" y1="37000" x2="86000" y2="39500"/>
                        <a14:foregroundMark x1="86250" y1="40750" x2="83125" y2="53500"/>
                        <a14:foregroundMark x1="83125" y1="53500" x2="80250" y2="57250"/>
                        <a14:foregroundMark x1="82500" y1="44625" x2="77875" y2="59750"/>
                        <a14:foregroundMark x1="84875" y1="49875" x2="84875" y2="49875"/>
                        <a14:foregroundMark x1="72875" y1="52000" x2="77875" y2="58375"/>
                        <a14:foregroundMark x1="72625" y1="54250" x2="76125" y2="60750"/>
                        <a14:foregroundMark x1="69875" y1="58375" x2="76500" y2="63875"/>
                        <a14:foregroundMark x1="66875" y1="60250" x2="75125" y2="6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205" y="1465047"/>
            <a:ext cx="3506736" cy="350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98ADE4-BA69-1AA8-9C73-82D180A5A7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518926" y="4198443"/>
            <a:ext cx="2056504" cy="205650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07D1439-547C-6940-7FEB-D57F9A2AE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40900">
            <a:off x="1503221" y="589157"/>
            <a:ext cx="2142216" cy="214221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D4B06A7-A563-9BA2-5AC2-882472A26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6" y="2958192"/>
            <a:ext cx="1100590" cy="9416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157CC6-0A43-1115-3D81-355201633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87" y="2444297"/>
            <a:ext cx="1585766" cy="158576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B0FC50F-FE50-2C93-3D46-71E75348A1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31248" flipH="1">
            <a:off x="3527907" y="950052"/>
            <a:ext cx="2133543" cy="1429474"/>
          </a:xfrm>
          <a:prstGeom prst="rect">
            <a:avLst/>
          </a:prstGeom>
        </p:spPr>
      </p:pic>
      <p:pic>
        <p:nvPicPr>
          <p:cNvPr id="39" name="Content Placeholder 16">
            <a:extLst>
              <a:ext uri="{FF2B5EF4-FFF2-40B4-BE49-F238E27FC236}">
                <a16:creationId xmlns:a16="http://schemas.microsoft.com/office/drawing/2014/main" id="{18D4367D-AF39-3C29-246B-66456A81D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-6775" y="1200919"/>
            <a:ext cx="1593498" cy="159349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EA969D-53ED-E9EB-D3CD-E695B36EAC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559622" y="4198443"/>
            <a:ext cx="2056504" cy="205650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C824770-509C-56F2-314C-94D55E47A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31" y="2958192"/>
            <a:ext cx="1100590" cy="9416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C7CBAE-F231-2B4C-CD53-9FA4D7817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52" y="2444297"/>
            <a:ext cx="1585766" cy="15857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BBA168E-9E85-419E-E700-F2A3535DD6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607587" y="4198443"/>
            <a:ext cx="2056504" cy="205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1AF8295-E1E1-27E3-E21E-6B284C0D7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1925" flipH="1">
            <a:off x="7164301" y="-771541"/>
            <a:ext cx="3195231" cy="3195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E7A98A-8D9E-66A0-695B-CFEF91E8A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01986">
            <a:off x="2375291" y="642834"/>
            <a:ext cx="2527842" cy="2527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EADD5C-2096-1256-42E1-6C7BDA5B3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95452">
            <a:off x="4278153" y="925241"/>
            <a:ext cx="2315821" cy="1551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56839-2753-BF46-7F8A-C9E5006D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F5CE01">
                      <a:alpha val="60000"/>
                    </a:srgbClr>
                  </a:glow>
                </a:effectLst>
                <a:latin typeface="LEGO "/>
              </a:rPr>
              <a:t>Introduction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1AF5F4-5599-3346-2BDF-FD6B29F0E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6280" y="1826479"/>
            <a:ext cx="5257800" cy="42932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n w="3175">
                  <a:noFill/>
                </a:ln>
                <a:solidFill>
                  <a:schemeClr val="bg1"/>
                </a:solidFill>
                <a:latin typeface="LEGO" panose="02000600000000000000" pitchFamily="2" charset="0"/>
              </a:rPr>
              <a:t>LEGO is a popular brand of toy building bricks. </a:t>
            </a:r>
          </a:p>
          <a:p>
            <a:pPr lvl="1"/>
            <a:r>
              <a:rPr lang="en-US" sz="1800" dirty="0">
                <a:ln w="3175">
                  <a:noFill/>
                </a:ln>
                <a:solidFill>
                  <a:schemeClr val="bg1"/>
                </a:solidFill>
                <a:latin typeface="LEGO "/>
              </a:rPr>
              <a:t>They are often sold in sets to build specific objects.</a:t>
            </a:r>
          </a:p>
          <a:p>
            <a:pPr lvl="1"/>
            <a:r>
              <a:rPr lang="en-US" sz="1800" dirty="0">
                <a:ln w="3175">
                  <a:noFill/>
                </a:ln>
                <a:solidFill>
                  <a:schemeClr val="bg1"/>
                </a:solidFill>
                <a:latin typeface="LEGO "/>
              </a:rPr>
              <a:t>LEGO is known to reuses pieces in a variety of sets.</a:t>
            </a:r>
            <a:endParaRPr lang="en-US" sz="1400" dirty="0">
              <a:ln w="3175">
                <a:noFill/>
              </a:ln>
              <a:solidFill>
                <a:schemeClr val="bg1"/>
              </a:solidFill>
              <a:latin typeface="Amasis MT Pro Black" panose="020F0502020204030204" pitchFamily="18" charset="0"/>
            </a:endParaRPr>
          </a:p>
          <a:p>
            <a:pPr marL="0" indent="0">
              <a:buNone/>
            </a:pPr>
            <a:r>
              <a:rPr lang="en-US" sz="2600" dirty="0">
                <a:ln w="3175">
                  <a:noFill/>
                </a:ln>
                <a:solidFill>
                  <a:schemeClr val="bg1"/>
                </a:solidFill>
                <a:latin typeface="LEGO" panose="02000600000000000000" pitchFamily="2" charset="0"/>
              </a:rPr>
              <a:t>Analysis Goals: </a:t>
            </a:r>
          </a:p>
          <a:p>
            <a:pPr lvl="1"/>
            <a:r>
              <a:rPr lang="en-US" sz="1900" dirty="0">
                <a:ln w="3175">
                  <a:noFill/>
                </a:ln>
                <a:solidFill>
                  <a:schemeClr val="bg1"/>
                </a:solidFill>
                <a:latin typeface="LEGO "/>
              </a:rPr>
              <a:t>What colors/ pieces occur the most in Lego sets?</a:t>
            </a:r>
          </a:p>
          <a:p>
            <a:pPr lvl="1"/>
            <a:r>
              <a:rPr lang="en-US" sz="1800" dirty="0">
                <a:ln w="3175">
                  <a:noFill/>
                </a:ln>
                <a:solidFill>
                  <a:schemeClr val="bg1"/>
                </a:solidFill>
                <a:latin typeface="LEGO "/>
              </a:rPr>
              <a:t>This project aims to analyze the extent to which different LEGO sets share common parts. </a:t>
            </a:r>
          </a:p>
          <a:p>
            <a:pPr lvl="1"/>
            <a:r>
              <a:rPr lang="en-US" sz="1800" dirty="0">
                <a:ln w="3175">
                  <a:noFill/>
                </a:ln>
                <a:solidFill>
                  <a:schemeClr val="bg1"/>
                </a:solidFill>
                <a:latin typeface="LEGO "/>
              </a:rPr>
              <a:t>we investigate whether a user could theoretically recreate or approximate new LEGO builds using only the pieces from sets they already own. </a:t>
            </a:r>
          </a:p>
          <a:p>
            <a:pPr lvl="1"/>
            <a:r>
              <a:rPr lang="en-US" sz="1800" dirty="0">
                <a:ln w="3175">
                  <a:noFill/>
                </a:ln>
                <a:solidFill>
                  <a:schemeClr val="bg1"/>
                </a:solidFill>
                <a:latin typeface="LEGO" panose="02000600000000000000" pitchFamily="2" charset="0"/>
              </a:rPr>
              <a:t>This analysis can provide insight into sustainability and creativity within LEGO building, highlighting how existing pieces can be reused to expand building possibilities.</a:t>
            </a:r>
          </a:p>
          <a:p>
            <a:endParaRPr lang="en-US" sz="1400" dirty="0">
              <a:solidFill>
                <a:schemeClr val="bg1"/>
              </a:solidFill>
              <a:latin typeface="LEGO "/>
            </a:endParaRPr>
          </a:p>
          <a:p>
            <a:pPr lvl="1"/>
            <a:endParaRPr lang="en-US" sz="1400" dirty="0">
              <a:solidFill>
                <a:schemeClr val="bg1"/>
              </a:solidFill>
              <a:latin typeface="LEGO 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A060F-C1BA-556D-9FE6-999D66706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41565">
            <a:off x="2883922" y="2844513"/>
            <a:ext cx="1697820" cy="16978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9CE752-4F99-A664-3720-1FAB81124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15" y="3386228"/>
            <a:ext cx="1100590" cy="941616"/>
          </a:xfrm>
          <a:prstGeom prst="rect">
            <a:avLst/>
          </a:prstGeom>
        </p:spPr>
      </p:pic>
      <p:pic>
        <p:nvPicPr>
          <p:cNvPr id="15" name="Content Placeholder 16">
            <a:extLst>
              <a:ext uri="{FF2B5EF4-FFF2-40B4-BE49-F238E27FC236}">
                <a16:creationId xmlns:a16="http://schemas.microsoft.com/office/drawing/2014/main" id="{9C9973DB-A0DF-38FA-31D3-696E08E040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843364" y="866036"/>
            <a:ext cx="2207161" cy="2207161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21484AA-0DFA-86D5-1906-6C0F738ED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232" y="5697770"/>
            <a:ext cx="979697" cy="97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752C26-9A19-0F65-89D9-435323E423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8997">
            <a:off x="971578" y="4594244"/>
            <a:ext cx="1541515" cy="154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27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256EF-0A76-8FBF-3271-1A39B5FC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E668B7-8CE9-75C8-BAFC-7EBD8B62F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3744">
            <a:off x="1171879" y="887894"/>
            <a:ext cx="1100590" cy="941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8D8D5E-49EC-8536-B898-5359BCAC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07706">
            <a:off x="7031832" y="-610420"/>
            <a:ext cx="2142380" cy="2142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CCE43B-245F-1C03-E495-F93BB581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F5CE01">
                      <a:alpha val="60000"/>
                    </a:srgbClr>
                  </a:glow>
                </a:effectLst>
                <a:latin typeface="LEGO" panose="02000600000000000000" pitchFamily="2" charset="0"/>
              </a:rPr>
              <a:t>Analysis &amp; Findings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E681D-65E8-1ED5-92A9-4A71AE32F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5286">
            <a:off x="5377549" y="1448837"/>
            <a:ext cx="1346122" cy="1346122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D93C334-6FDF-F308-2111-6DA9C04C2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951" y="-469010"/>
            <a:ext cx="1547392" cy="15473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C4B751-095F-A25B-1907-C01CAD37D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683313">
            <a:off x="7126586" y="1788997"/>
            <a:ext cx="2051252" cy="13743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1A621B-D91B-86CE-BCFB-810F211F2D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83097" y="193226"/>
            <a:ext cx="2905996" cy="290599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A22B598-9E4A-A55B-B8DF-7010FDEFB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359" y="5566369"/>
            <a:ext cx="1116882" cy="111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3CDC9-C29B-50F4-72D4-A47F27B7B6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190" y="1030703"/>
            <a:ext cx="1663768" cy="1663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4A38E0-A920-2332-C14B-35DFE9AFAC03}"/>
              </a:ext>
            </a:extLst>
          </p:cNvPr>
          <p:cNvSpPr txBox="1"/>
          <p:nvPr/>
        </p:nvSpPr>
        <p:spPr>
          <a:xfrm>
            <a:off x="334944" y="2929756"/>
            <a:ext cx="67382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EGO "/>
              </a:rPr>
              <a:t>Top 5 most common build pieces: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1x2 (plate &amp; round stud)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2x4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2x2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1x1</a:t>
            </a: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Based on the twelve queries generated in vs code it is not feasible to  create preexisting Lego sets. With or without the correct colors.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 (Avg part quantity 3) </a:t>
            </a:r>
          </a:p>
          <a:p>
            <a:pPr lvl="1"/>
            <a:endParaRPr lang="en-US" dirty="0">
              <a:solidFill>
                <a:schemeClr val="bg1"/>
              </a:solidFill>
              <a:latin typeface="LEGO "/>
            </a:endParaRP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Brickit  is an applications used on both iOS and android devices that can scan Lego pieces and  suggest building ideas.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Suggest small projects that are not sets created by Lego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LEGO "/>
            </a:endParaRPr>
          </a:p>
          <a:p>
            <a:pPr lvl="1"/>
            <a:endParaRPr lang="en-US" dirty="0">
              <a:solidFill>
                <a:schemeClr val="bg1"/>
              </a:solidFill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EGO 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D5B75-BE5A-7271-419E-AE77E437E708}"/>
              </a:ext>
            </a:extLst>
          </p:cNvPr>
          <p:cNvSpPr txBox="1"/>
          <p:nvPr/>
        </p:nvSpPr>
        <p:spPr>
          <a:xfrm>
            <a:off x="3704072" y="2940152"/>
            <a:ext cx="3031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EGO "/>
              </a:rPr>
              <a:t>Top 5 colors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Black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White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Red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87898-8B9C-FF27-8477-0B464F4C621E}"/>
              </a:ext>
            </a:extLst>
          </p:cNvPr>
          <p:cNvSpPr txBox="1"/>
          <p:nvPr/>
        </p:nvSpPr>
        <p:spPr>
          <a:xfrm>
            <a:off x="5082958" y="3217151"/>
            <a:ext cx="1603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Yellow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EGO "/>
              </a:rPr>
              <a:t>Blue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7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B47D5-C165-7FD9-31EC-26949B7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B0B9226-D23D-9C5F-C96B-3C23EC1F6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1414">
            <a:off x="7261512" y="-662756"/>
            <a:ext cx="2209417" cy="2209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F839E9-3617-7A20-CD8F-34E33584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F5CE01">
                      <a:alpha val="60000"/>
                    </a:srgbClr>
                  </a:glow>
                </a:effectLst>
                <a:latin typeface="LEGO" panose="02000600000000000000" pitchFamily="2" charset="0"/>
              </a:rPr>
              <a:t>Conclusion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5A5D6-BC38-8927-5B04-AD8302983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903093">
            <a:off x="5272963" y="1733324"/>
            <a:ext cx="1742723" cy="1742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B4B9D4-126D-DFB7-C6BA-2A0131727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543776">
            <a:off x="8926278" y="-245291"/>
            <a:ext cx="3514771" cy="3514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AE1C82-2C39-C500-EFB0-B863EEB435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05343">
            <a:off x="3501526" y="1254986"/>
            <a:ext cx="1289479" cy="1103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406965-C1AE-58ED-BDA8-6B7A052ED2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829795" y="3163631"/>
            <a:ext cx="1978455" cy="1325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1C612F-47D0-9CF4-FBF8-74C78887D0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02684" y="3429000"/>
            <a:ext cx="1794526" cy="1794526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8A0F4DE0-ED64-53FC-AB8B-EF8BA429C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663" y="5433545"/>
            <a:ext cx="1127681" cy="112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97061-F4CD-1820-187A-E79EE9B591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1746923" y="340791"/>
            <a:ext cx="1539510" cy="1539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5902CE-B3B5-D831-85EF-4F5A23EDC36E}"/>
              </a:ext>
            </a:extLst>
          </p:cNvPr>
          <p:cNvSpPr txBox="1"/>
          <p:nvPr/>
        </p:nvSpPr>
        <p:spPr>
          <a:xfrm>
            <a:off x="348343" y="2654165"/>
            <a:ext cx="50836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EGO "/>
              </a:rPr>
              <a:t>Ultimately , no you can not create entirely new builds with existing pieces . There is however Bricket  as a great alternative for cost saving and sustainability efforts. </a:t>
            </a: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With the research we have done using spare pieces and  Bricket in unison can create small figures (robots , animals, etc...)  without buying new pieces. </a:t>
            </a: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Is Lego inherently sustainable? NO </a:t>
            </a: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Can you still  make an effort to be sustainable? YES </a:t>
            </a:r>
          </a:p>
        </p:txBody>
      </p:sp>
    </p:spTree>
    <p:extLst>
      <p:ext uri="{BB962C8B-B14F-4D97-AF65-F5344CB8AC3E}">
        <p14:creationId xmlns:p14="http://schemas.microsoft.com/office/powerpoint/2010/main" val="3462536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6648B-6710-7853-F5E8-5E83F1BB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67CB7D-A6B1-6EBD-A06E-C7F543942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94255">
            <a:off x="4383271" y="1422798"/>
            <a:ext cx="1422778" cy="12172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96668C-8FA9-F1A6-737B-5BC90A5C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F5CE01">
                      <a:alpha val="60000"/>
                    </a:srgbClr>
                  </a:glow>
                </a:effectLst>
                <a:latin typeface="LEGO" panose="02000600000000000000" pitchFamily="2" charset="0"/>
              </a:rPr>
              <a:t>References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84ADF3-2675-F3C6-C1FD-361C6F86B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55348">
            <a:off x="6529127" y="2103919"/>
            <a:ext cx="1592262" cy="1592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7EA220-8FFF-1C7D-9764-411ACE141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32115">
            <a:off x="9768218" y="1036887"/>
            <a:ext cx="2777925" cy="2777925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76A0C54-7E95-9C44-9293-2ED329C3C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8103436" y="-358279"/>
            <a:ext cx="2723738" cy="2723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2980D2-2EBE-246F-F484-7EB5D3BF17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19667" y="4117725"/>
            <a:ext cx="1773377" cy="11881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D90EDF-1C4C-E825-5C13-FB3A157270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68261" y="4737913"/>
            <a:ext cx="1488919" cy="1386114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765EC2A-6B3E-5A89-9423-D78AF22A1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0736" y="5573487"/>
            <a:ext cx="1101080" cy="110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78EC77-091E-6A8E-7E6B-9CD18E1B8328}"/>
              </a:ext>
            </a:extLst>
          </p:cNvPr>
          <p:cNvSpPr txBox="1"/>
          <p:nvPr/>
        </p:nvSpPr>
        <p:spPr>
          <a:xfrm>
            <a:off x="345688" y="2588532"/>
            <a:ext cx="64090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EGO "/>
              </a:rPr>
              <a:t>Source of Database:</a:t>
            </a:r>
          </a:p>
          <a:p>
            <a:r>
              <a:rPr lang="en-US" dirty="0">
                <a:solidFill>
                  <a:schemeClr val="bg1"/>
                </a:solidFill>
                <a:latin typeface="LEGO 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https://www.kaggle.com/datasets/rtatman/lego-database?select=downloads_schema.png</a:t>
            </a:r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Git Hub  Repository:</a:t>
            </a:r>
          </a:p>
          <a:p>
            <a:r>
              <a:rPr lang="en-US" dirty="0">
                <a:solidFill>
                  <a:schemeClr val="bg1"/>
                </a:solidFill>
                <a:latin typeface="LEGO 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https://github.com/katisern/lego-database-analysis</a:t>
            </a:r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r>
              <a:rPr lang="en-US" dirty="0">
                <a:solidFill>
                  <a:schemeClr val="bg1"/>
                </a:solidFill>
                <a:latin typeface="LEGO "/>
              </a:rPr>
              <a:t>AI assistance for  adding Database : </a:t>
            </a:r>
          </a:p>
          <a:p>
            <a:r>
              <a:rPr lang="en-US" dirty="0">
                <a:solidFill>
                  <a:schemeClr val="bg1"/>
                </a:solidFill>
                <a:latin typeface="LEGO 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</a:t>
            </a:r>
            <a:r>
              <a:rPr lang="en-US" dirty="0">
                <a:solidFill>
                  <a:schemeClr val="bg1"/>
                </a:solidFill>
                <a:latin typeface="LEGO "/>
              </a:rPr>
              <a:t> </a:t>
            </a: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AEAD3-88B9-ED97-219E-0D7F1306D0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756273" y="-35093"/>
            <a:ext cx="1361455" cy="136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53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394</Words>
  <Application>Microsoft Office PowerPoint</Application>
  <PresentationFormat>Widescreen</PresentationFormat>
  <Paragraphs>62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LEGO</vt:lpstr>
      <vt:lpstr>Amasis MT Pro Black</vt:lpstr>
      <vt:lpstr>Aptos Display</vt:lpstr>
      <vt:lpstr>Arial</vt:lpstr>
      <vt:lpstr>LEGO </vt:lpstr>
      <vt:lpstr>Aptos</vt:lpstr>
      <vt:lpstr>Office Theme</vt:lpstr>
      <vt:lpstr>PowerPoint Presentation</vt:lpstr>
      <vt:lpstr>PowerPoint Presentation</vt:lpstr>
      <vt:lpstr>Introduction </vt:lpstr>
      <vt:lpstr>Analysis &amp; Findings </vt:lpstr>
      <vt:lpstr>Conclusion </vt:lpstr>
      <vt:lpstr>References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Fabiola.Laplante001</dc:creator>
  <cp:lastModifiedBy>Fabiola Laplante</cp:lastModifiedBy>
  <cp:revision>1</cp:revision>
  <dcterms:created xsi:type="dcterms:W3CDTF">2026-04-17T00:51:50Z</dcterms:created>
  <dcterms:modified xsi:type="dcterms:W3CDTF">2026-04-20T23:42:27Z</dcterms:modified>
</cp:coreProperties>
</file>